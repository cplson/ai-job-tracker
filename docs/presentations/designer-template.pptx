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16C6-DA09-7758-1E54-D4AE8F08E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6CCDE-EA2B-45E6-AB61-5677793EB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5EBDD-E025-8C4D-F880-700CCB2D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A39E-A80B-52E7-1D8E-AD6B5D1B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BD35-AD40-1319-2CFA-8E8E0E8A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1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303F-BC25-9D40-F786-7A594141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2350-924F-C3A5-63A9-07363489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1006C-39C8-9434-95FA-46D1D040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BA67-4444-0B6B-E89C-E0CD58BB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504D-49A9-8665-7D40-E35708E7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1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7B92-C462-3822-558A-82C7C569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AF002-8786-DA57-6B32-EC1607B6E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A295B-7FD8-7806-73A1-CCF4B1E2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4290-E48B-37C8-B9A8-064F2089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3D5A8-E7B7-6A12-9A19-3EA7445D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1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66F1-FDEB-2D7D-5451-ACA29CFD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ED90E-200D-54FE-29F0-1AC368749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E358A-E15F-8D3A-8843-5576DDA1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641C7-E1CB-133D-FD4B-0F8284B0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F5C89-FAE8-7FEA-3083-340F1346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508D8-CDC9-44C1-507C-3DB6FC1A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9C88-0AB4-B692-F6CF-D0569D69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610A5-20CA-6B87-C93A-FDCABD1E7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F5085-BD6D-04E9-0672-EDDA8EF22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ADF67-93C4-A277-5D42-59320C2EE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0EBD5-B85D-5474-463E-AFECBFBD2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619CF-D2D1-2473-CB35-AA3BCC13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71E5A-B28A-D7C1-446F-92583CB0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6B658-BED8-46D6-563A-3714BA8A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9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0C8B-6379-3B6E-F50D-865F6129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25020-0C75-EE41-E4FA-6523E579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11B3E-EFB4-5607-26F0-D7B4DC66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D0157-71D3-AD72-A82C-E066B1F8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8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8450-E00C-AF1B-F286-FF662AB1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9C934-5B62-3055-4B37-9C49BC3C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89333-959F-F8C6-C510-9A28C381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2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F61B-4171-289E-669D-81D9AAA0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127C-4389-81DA-F24F-8DB6220DA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014DE-7947-6CF7-D63C-BF504DDA0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BBB71-8194-2C8D-7CFE-6D636FE7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8B3A4-F797-6EF0-ABA8-8383DEC2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4D76-6266-ED17-EAF7-E309DECF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8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52EA-BC9B-CB56-63C7-8AE1EEC7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99EE0-F409-0CB0-0E68-FF6FD9BF7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86189-D991-6501-00E2-E61A175B1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0D52D-1EC1-12F2-F4B0-36BD949E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4A886-F31B-BA91-3D92-BD496722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FAE31-E440-5E40-4006-76B1DE64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2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F51E-8190-A78B-16D8-E84B0DD5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8937F-CD60-538E-AF88-EB95579C7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31E32-314C-DD77-DCEE-A740AA96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3294-11F7-B568-DF2B-BBEB2CEB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A95AC-6251-C3CC-3061-EAAD44B3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0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7804E-5CD0-DA1A-C598-2ACB9EF7E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07BBB-49A7-25A6-DD34-432D212D0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6EBC-7D90-86EF-B510-3CA40563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A7B75-CFAC-F714-6049-0CB11733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13C7E-D948-74D9-608A-0450FD2B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8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6DB62-CDA8-E933-A1E6-95AC10F8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82434-ACC7-9F8A-650F-A790EE785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90B3A-5BBD-46A2-C2DE-6CC93C620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721EC-4C3F-1B47-B00D-F4B3744AB2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59CC-06F6-F96C-1A3D-B2839A0FA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869CD-2776-DB59-E9B3-CF9D913D8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92FBC-23E3-8B4C-AAA4-1A18133C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0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Jacobsen, James</dc:creator>
  <cp:lastModifiedBy>Jacobsen, James</cp:lastModifiedBy>
  <cp:revision>1</cp:revision>
  <dcterms:created xsi:type="dcterms:W3CDTF">2026-05-21T10:06:41Z</dcterms:created>
  <dcterms:modified xsi:type="dcterms:W3CDTF">2026-05-21T10:07:42Z</dcterms:modified>
</cp:coreProperties>
</file>