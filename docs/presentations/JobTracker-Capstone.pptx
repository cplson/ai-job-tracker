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7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8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12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13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9"/>
    <p:restoredTop sz="94659"/>
  </p:normalViewPr>
  <p:slideViewPr>
    <p:cSldViewPr snapToGrid="0">
      <p:cViewPr varScale="1">
        <p:scale>
          <a:sx n="138" d="100"/>
          <a:sy n="138" d="100"/>
        </p:scale>
        <p:origin x="17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4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Relationship Id="rId4" Type="http://schemas.openxmlformats.org/officeDocument/2006/relationships/image" Target="../media/image13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image" Target="../media/image14.svg"/><Relationship Id="rId4" Type="http://schemas.openxmlformats.org/officeDocument/2006/relationships/image" Target="../media/image17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image" Target="../media/image18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diagrams/_rels/data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14.svg"/><Relationship Id="rId1" Type="http://schemas.openxmlformats.org/officeDocument/2006/relationships/image" Target="../media/image25.svg"/><Relationship Id="rId4" Type="http://schemas.openxmlformats.org/officeDocument/2006/relationships/image" Target="../media/image2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Relationship Id="rId4" Type="http://schemas.openxmlformats.org/officeDocument/2006/relationships/image" Target="../media/image13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image" Target="../media/image14.svg"/><Relationship Id="rId4" Type="http://schemas.openxmlformats.org/officeDocument/2006/relationships/image" Target="../media/image17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image" Target="../media/image18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diagrams/_rels/drawing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14.svg"/><Relationship Id="rId1" Type="http://schemas.openxmlformats.org/officeDocument/2006/relationships/image" Target="../media/image25.svg"/><Relationship Id="rId4" Type="http://schemas.openxmlformats.org/officeDocument/2006/relationships/image" Target="../media/image2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3_2">
  <dgm:title val=""/>
  <dgm:desc val=""/>
  <dgm:catLst>
    <dgm:cat type="accent3" pri="13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9394814-1960-49BF-86DE-B7D7087B08DC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C2CA268F-9477-4665-BB68-1EDA3869E81C}">
      <dgm:prSet/>
      <dgm:spPr/>
      <dgm:t>
        <a:bodyPr/>
        <a:lstStyle/>
        <a:p>
          <a:pPr>
            <a:defRPr b="1"/>
          </a:pPr>
          <a:r>
            <a:rPr lang="en-US"/>
            <a:t>Register and login with JWT authentication</a:t>
          </a:r>
        </a:p>
      </dgm:t>
    </dgm:pt>
    <dgm:pt modelId="{D8A8E23A-B71F-4D89-87C7-49F3AD47C5D9}" type="parTrans" cxnId="{C41B3EE1-DF05-46A3-B2AE-F40BA7991BB6}">
      <dgm:prSet/>
      <dgm:spPr/>
      <dgm:t>
        <a:bodyPr/>
        <a:lstStyle/>
        <a:p>
          <a:endParaRPr lang="en-US"/>
        </a:p>
      </dgm:t>
    </dgm:pt>
    <dgm:pt modelId="{FABD55F8-FE4A-4558-AB37-62AECDF5D89D}" type="sibTrans" cxnId="{C41B3EE1-DF05-46A3-B2AE-F40BA7991BB6}">
      <dgm:prSet/>
      <dgm:spPr/>
      <dgm:t>
        <a:bodyPr/>
        <a:lstStyle/>
        <a:p>
          <a:endParaRPr lang="en-US"/>
        </a:p>
      </dgm:t>
    </dgm:pt>
    <dgm:pt modelId="{136081C3-FEA9-4492-B1FD-60658F79070D}">
      <dgm:prSet/>
      <dgm:spPr/>
      <dgm:t>
        <a:bodyPr/>
        <a:lstStyle/>
        <a:p>
          <a:pPr>
            <a:defRPr b="1"/>
          </a:pPr>
          <a:r>
            <a:rPr lang="en-US"/>
            <a:t>CRUD job applications with status workflow</a:t>
          </a:r>
        </a:p>
      </dgm:t>
    </dgm:pt>
    <dgm:pt modelId="{04075C86-1368-4E92-81F2-9C5F9AC69482}" type="parTrans" cxnId="{E5CE40D0-8773-4F26-AB1F-CB6572D41A96}">
      <dgm:prSet/>
      <dgm:spPr/>
      <dgm:t>
        <a:bodyPr/>
        <a:lstStyle/>
        <a:p>
          <a:endParaRPr lang="en-US"/>
        </a:p>
      </dgm:t>
    </dgm:pt>
    <dgm:pt modelId="{B98D2C62-70A7-421C-A62C-D143493D72DC}" type="sibTrans" cxnId="{E5CE40D0-8773-4F26-AB1F-CB6572D41A96}">
      <dgm:prSet/>
      <dgm:spPr/>
      <dgm:t>
        <a:bodyPr/>
        <a:lstStyle/>
        <a:p>
          <a:endParaRPr lang="en-US"/>
        </a:p>
      </dgm:t>
    </dgm:pt>
    <dgm:pt modelId="{E006B39F-3972-4CC3-ACE8-AA95FC1A487F}">
      <dgm:prSet/>
      <dgm:spPr/>
      <dgm:t>
        <a:bodyPr/>
        <a:lstStyle/>
        <a:p>
          <a:r>
            <a:rPr lang="en-US"/>
            <a:t>Draft → Applied → Interviewing → Offer → Rejected</a:t>
          </a:r>
        </a:p>
      </dgm:t>
    </dgm:pt>
    <dgm:pt modelId="{ED3A34EE-B660-4492-9F4B-3736362781E4}" type="parTrans" cxnId="{14722DE3-30C0-4E51-A37A-F0EBD59822D8}">
      <dgm:prSet/>
      <dgm:spPr/>
      <dgm:t>
        <a:bodyPr/>
        <a:lstStyle/>
        <a:p>
          <a:endParaRPr lang="en-US"/>
        </a:p>
      </dgm:t>
    </dgm:pt>
    <dgm:pt modelId="{FF3F2EF0-2A53-4C2C-B809-7AFECEAAE35D}" type="sibTrans" cxnId="{14722DE3-30C0-4E51-A37A-F0EBD59822D8}">
      <dgm:prSet/>
      <dgm:spPr/>
      <dgm:t>
        <a:bodyPr/>
        <a:lstStyle/>
        <a:p>
          <a:endParaRPr lang="en-US"/>
        </a:p>
      </dgm:t>
    </dgm:pt>
    <dgm:pt modelId="{D1117896-3CA3-406B-BC11-AE2EE3A98DC9}">
      <dgm:prSet/>
      <dgm:spPr/>
      <dgm:t>
        <a:bodyPr/>
        <a:lstStyle/>
        <a:p>
          <a:pPr>
            <a:defRPr b="1"/>
          </a:pPr>
          <a:r>
            <a:rPr lang="en-US"/>
            <a:t>Upload resumes (PDF, DOCX, plain text)</a:t>
          </a:r>
        </a:p>
      </dgm:t>
    </dgm:pt>
    <dgm:pt modelId="{672B20BA-E43C-4DE2-8664-39CFDA389D7E}" type="parTrans" cxnId="{12AF7D72-BFFF-4F1B-8A87-90249DA1E831}">
      <dgm:prSet/>
      <dgm:spPr/>
      <dgm:t>
        <a:bodyPr/>
        <a:lstStyle/>
        <a:p>
          <a:endParaRPr lang="en-US"/>
        </a:p>
      </dgm:t>
    </dgm:pt>
    <dgm:pt modelId="{1DDEBCB3-F6E2-4802-ADEC-F6F376AE938A}" type="sibTrans" cxnId="{12AF7D72-BFFF-4F1B-8A87-90249DA1E831}">
      <dgm:prSet/>
      <dgm:spPr/>
      <dgm:t>
        <a:bodyPr/>
        <a:lstStyle/>
        <a:p>
          <a:endParaRPr lang="en-US"/>
        </a:p>
      </dgm:t>
    </dgm:pt>
    <dgm:pt modelId="{5EA2B16B-87DF-4CAD-A0A9-6CE6FBE6C852}">
      <dgm:prSet/>
      <dgm:spPr/>
      <dgm:t>
        <a:bodyPr/>
        <a:lstStyle/>
        <a:p>
          <a:pPr>
            <a:defRPr b="1"/>
          </a:pPr>
          <a:r>
            <a:rPr lang="en-US"/>
            <a:t>AI analysis: summary, strengths, weaknesses, suggestions, match score</a:t>
          </a:r>
        </a:p>
      </dgm:t>
    </dgm:pt>
    <dgm:pt modelId="{633ADC7E-1743-46C7-9947-78F08812E01A}" type="parTrans" cxnId="{E9E99EF6-96B7-4B7E-9E46-299F1DE7AC42}">
      <dgm:prSet/>
      <dgm:spPr/>
      <dgm:t>
        <a:bodyPr/>
        <a:lstStyle/>
        <a:p>
          <a:endParaRPr lang="en-US"/>
        </a:p>
      </dgm:t>
    </dgm:pt>
    <dgm:pt modelId="{2D0BC7DA-1068-4A57-BDC7-93344A1C1CBF}" type="sibTrans" cxnId="{E9E99EF6-96B7-4B7E-9E46-299F1DE7AC42}">
      <dgm:prSet/>
      <dgm:spPr/>
      <dgm:t>
        <a:bodyPr/>
        <a:lstStyle/>
        <a:p>
          <a:endParaRPr lang="en-US"/>
        </a:p>
      </dgm:t>
    </dgm:pt>
    <dgm:pt modelId="{3A6B6327-AA79-4BC1-9501-A5011255690D}" type="pres">
      <dgm:prSet presAssocID="{D9394814-1960-49BF-86DE-B7D7087B08DC}" presName="root" presStyleCnt="0">
        <dgm:presLayoutVars>
          <dgm:dir/>
          <dgm:resizeHandles val="exact"/>
        </dgm:presLayoutVars>
      </dgm:prSet>
      <dgm:spPr/>
    </dgm:pt>
    <dgm:pt modelId="{6C4477C2-1C00-4D61-B2C0-6CDFAF871F10}" type="pres">
      <dgm:prSet presAssocID="{C2CA268F-9477-4665-BB68-1EDA3869E81C}" presName="compNode" presStyleCnt="0"/>
      <dgm:spPr/>
    </dgm:pt>
    <dgm:pt modelId="{95E19FBD-B760-4480-AB81-7AF7F392BEAE}" type="pres">
      <dgm:prSet presAssocID="{C2CA268F-9477-4665-BB68-1EDA3869E81C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4E1299B0-6AC3-4A77-88A4-3BFB9F684327}" type="pres">
      <dgm:prSet presAssocID="{C2CA268F-9477-4665-BB68-1EDA3869E81C}" presName="iconSpace" presStyleCnt="0"/>
      <dgm:spPr/>
    </dgm:pt>
    <dgm:pt modelId="{0C17E67F-8802-458F-8567-9C2AAEAC1135}" type="pres">
      <dgm:prSet presAssocID="{C2CA268F-9477-4665-BB68-1EDA3869E81C}" presName="parTx" presStyleLbl="revTx" presStyleIdx="0" presStyleCnt="8">
        <dgm:presLayoutVars>
          <dgm:chMax val="0"/>
          <dgm:chPref val="0"/>
        </dgm:presLayoutVars>
      </dgm:prSet>
      <dgm:spPr/>
    </dgm:pt>
    <dgm:pt modelId="{F85C5B3E-8751-4092-8574-1C0B7C55421A}" type="pres">
      <dgm:prSet presAssocID="{C2CA268F-9477-4665-BB68-1EDA3869E81C}" presName="txSpace" presStyleCnt="0"/>
      <dgm:spPr/>
    </dgm:pt>
    <dgm:pt modelId="{181FDD36-BED4-45ED-8C34-1DE947C08717}" type="pres">
      <dgm:prSet presAssocID="{C2CA268F-9477-4665-BB68-1EDA3869E81C}" presName="desTx" presStyleLbl="revTx" presStyleIdx="1" presStyleCnt="8">
        <dgm:presLayoutVars/>
      </dgm:prSet>
      <dgm:spPr/>
    </dgm:pt>
    <dgm:pt modelId="{7EE47307-494A-482F-B653-65B841E4C641}" type="pres">
      <dgm:prSet presAssocID="{FABD55F8-FE4A-4558-AB37-62AECDF5D89D}" presName="sibTrans" presStyleCnt="0"/>
      <dgm:spPr/>
    </dgm:pt>
    <dgm:pt modelId="{731471AC-8AA1-4FC3-8FAB-7CBF6CB6C01F}" type="pres">
      <dgm:prSet presAssocID="{136081C3-FEA9-4492-B1FD-60658F79070D}" presName="compNode" presStyleCnt="0"/>
      <dgm:spPr/>
    </dgm:pt>
    <dgm:pt modelId="{A076F5C8-2D9B-428E-927A-BE02DAE50D36}" type="pres">
      <dgm:prSet presAssocID="{136081C3-FEA9-4492-B1FD-60658F79070D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9B391455-D246-400B-B0FA-57E492C70CEE}" type="pres">
      <dgm:prSet presAssocID="{136081C3-FEA9-4492-B1FD-60658F79070D}" presName="iconSpace" presStyleCnt="0"/>
      <dgm:spPr/>
    </dgm:pt>
    <dgm:pt modelId="{42F248AC-DC59-4444-829D-4485FA94F897}" type="pres">
      <dgm:prSet presAssocID="{136081C3-FEA9-4492-B1FD-60658F79070D}" presName="parTx" presStyleLbl="revTx" presStyleIdx="2" presStyleCnt="8">
        <dgm:presLayoutVars>
          <dgm:chMax val="0"/>
          <dgm:chPref val="0"/>
        </dgm:presLayoutVars>
      </dgm:prSet>
      <dgm:spPr/>
    </dgm:pt>
    <dgm:pt modelId="{CEFEF6AB-7A81-4DB3-849C-F06946BFB8DA}" type="pres">
      <dgm:prSet presAssocID="{136081C3-FEA9-4492-B1FD-60658F79070D}" presName="txSpace" presStyleCnt="0"/>
      <dgm:spPr/>
    </dgm:pt>
    <dgm:pt modelId="{99CB1B7B-DE62-4F2C-8A0E-FB6750E8DCB1}" type="pres">
      <dgm:prSet presAssocID="{136081C3-FEA9-4492-B1FD-60658F79070D}" presName="desTx" presStyleLbl="revTx" presStyleIdx="3" presStyleCnt="8">
        <dgm:presLayoutVars/>
      </dgm:prSet>
      <dgm:spPr/>
    </dgm:pt>
    <dgm:pt modelId="{2D33255C-8B86-4F8E-A54C-9B9456898547}" type="pres">
      <dgm:prSet presAssocID="{B98D2C62-70A7-421C-A62C-D143493D72DC}" presName="sibTrans" presStyleCnt="0"/>
      <dgm:spPr/>
    </dgm:pt>
    <dgm:pt modelId="{566159F0-4F6C-4112-989C-2CAE853CD738}" type="pres">
      <dgm:prSet presAssocID="{D1117896-3CA3-406B-BC11-AE2EE3A98DC9}" presName="compNode" presStyleCnt="0"/>
      <dgm:spPr/>
    </dgm:pt>
    <dgm:pt modelId="{3AF52808-6C85-4F93-A8BD-CE9F50C5CD51}" type="pres">
      <dgm:prSet presAssocID="{D1117896-3CA3-406B-BC11-AE2EE3A98DC9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redder"/>
        </a:ext>
      </dgm:extLst>
    </dgm:pt>
    <dgm:pt modelId="{09E9E278-DB6D-47FB-8769-0E330DF28EB7}" type="pres">
      <dgm:prSet presAssocID="{D1117896-3CA3-406B-BC11-AE2EE3A98DC9}" presName="iconSpace" presStyleCnt="0"/>
      <dgm:spPr/>
    </dgm:pt>
    <dgm:pt modelId="{D38EBFEC-0F3D-4A92-A3D8-23D87B0E81D2}" type="pres">
      <dgm:prSet presAssocID="{D1117896-3CA3-406B-BC11-AE2EE3A98DC9}" presName="parTx" presStyleLbl="revTx" presStyleIdx="4" presStyleCnt="8">
        <dgm:presLayoutVars>
          <dgm:chMax val="0"/>
          <dgm:chPref val="0"/>
        </dgm:presLayoutVars>
      </dgm:prSet>
      <dgm:spPr/>
    </dgm:pt>
    <dgm:pt modelId="{9525804A-98F2-4B3C-854E-ED66D4995B6A}" type="pres">
      <dgm:prSet presAssocID="{D1117896-3CA3-406B-BC11-AE2EE3A98DC9}" presName="txSpace" presStyleCnt="0"/>
      <dgm:spPr/>
    </dgm:pt>
    <dgm:pt modelId="{FD479664-2331-4975-BE42-52928A5138D9}" type="pres">
      <dgm:prSet presAssocID="{D1117896-3CA3-406B-BC11-AE2EE3A98DC9}" presName="desTx" presStyleLbl="revTx" presStyleIdx="5" presStyleCnt="8">
        <dgm:presLayoutVars/>
      </dgm:prSet>
      <dgm:spPr/>
    </dgm:pt>
    <dgm:pt modelId="{072BEFC3-3C36-4CEC-AF79-22DD2F5E98BC}" type="pres">
      <dgm:prSet presAssocID="{1DDEBCB3-F6E2-4802-ADEC-F6F376AE938A}" presName="sibTrans" presStyleCnt="0"/>
      <dgm:spPr/>
    </dgm:pt>
    <dgm:pt modelId="{DF4F1FA9-5C04-43A2-814F-67D00DAE310D}" type="pres">
      <dgm:prSet presAssocID="{5EA2B16B-87DF-4CAD-A0A9-6CE6FBE6C852}" presName="compNode" presStyleCnt="0"/>
      <dgm:spPr/>
    </dgm:pt>
    <dgm:pt modelId="{DD667378-0FD7-4ACC-8BE1-85F9D0D05811}" type="pres">
      <dgm:prSet presAssocID="{5EA2B16B-87DF-4CAD-A0A9-6CE6FBE6C852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556A303E-4E72-462B-8EA4-86AAF6503416}" type="pres">
      <dgm:prSet presAssocID="{5EA2B16B-87DF-4CAD-A0A9-6CE6FBE6C852}" presName="iconSpace" presStyleCnt="0"/>
      <dgm:spPr/>
    </dgm:pt>
    <dgm:pt modelId="{4FD92B24-E38E-47B2-8CFA-2301974A2E93}" type="pres">
      <dgm:prSet presAssocID="{5EA2B16B-87DF-4CAD-A0A9-6CE6FBE6C852}" presName="parTx" presStyleLbl="revTx" presStyleIdx="6" presStyleCnt="8">
        <dgm:presLayoutVars>
          <dgm:chMax val="0"/>
          <dgm:chPref val="0"/>
        </dgm:presLayoutVars>
      </dgm:prSet>
      <dgm:spPr/>
    </dgm:pt>
    <dgm:pt modelId="{0EF416C8-1761-42B4-A4E2-797A9E27B4F3}" type="pres">
      <dgm:prSet presAssocID="{5EA2B16B-87DF-4CAD-A0A9-6CE6FBE6C852}" presName="txSpace" presStyleCnt="0"/>
      <dgm:spPr/>
    </dgm:pt>
    <dgm:pt modelId="{14034ECD-73B6-42F0-940D-D811C4A1D748}" type="pres">
      <dgm:prSet presAssocID="{5EA2B16B-87DF-4CAD-A0A9-6CE6FBE6C852}" presName="desTx" presStyleLbl="revTx" presStyleIdx="7" presStyleCnt="8">
        <dgm:presLayoutVars/>
      </dgm:prSet>
      <dgm:spPr/>
    </dgm:pt>
  </dgm:ptLst>
  <dgm:cxnLst>
    <dgm:cxn modelId="{CCBE0E10-8CC9-4D79-B747-4ADEFAFFF180}" type="presOf" srcId="{D9394814-1960-49BF-86DE-B7D7087B08DC}" destId="{3A6B6327-AA79-4BC1-9501-A5011255690D}" srcOrd="0" destOrd="0" presId="urn:microsoft.com/office/officeart/2018/5/layout/CenteredIconLabelDescriptionList"/>
    <dgm:cxn modelId="{CFBBFF2D-2034-43A4-8617-679A06CF262A}" type="presOf" srcId="{E006B39F-3972-4CC3-ACE8-AA95FC1A487F}" destId="{99CB1B7B-DE62-4F2C-8A0E-FB6750E8DCB1}" srcOrd="0" destOrd="0" presId="urn:microsoft.com/office/officeart/2018/5/layout/CenteredIconLabelDescriptionList"/>
    <dgm:cxn modelId="{1464906C-F07C-48AE-9A10-16DD6CD5C1D1}" type="presOf" srcId="{136081C3-FEA9-4492-B1FD-60658F79070D}" destId="{42F248AC-DC59-4444-829D-4485FA94F897}" srcOrd="0" destOrd="0" presId="urn:microsoft.com/office/officeart/2018/5/layout/CenteredIconLabelDescriptionList"/>
    <dgm:cxn modelId="{12AF7D72-BFFF-4F1B-8A87-90249DA1E831}" srcId="{D9394814-1960-49BF-86DE-B7D7087B08DC}" destId="{D1117896-3CA3-406B-BC11-AE2EE3A98DC9}" srcOrd="2" destOrd="0" parTransId="{672B20BA-E43C-4DE2-8664-39CFDA389D7E}" sibTransId="{1DDEBCB3-F6E2-4802-ADEC-F6F376AE938A}"/>
    <dgm:cxn modelId="{2F16FA9F-0F0B-46C0-8C96-BACFACDBD2BA}" type="presOf" srcId="{C2CA268F-9477-4665-BB68-1EDA3869E81C}" destId="{0C17E67F-8802-458F-8567-9C2AAEAC1135}" srcOrd="0" destOrd="0" presId="urn:microsoft.com/office/officeart/2018/5/layout/CenteredIconLabelDescriptionList"/>
    <dgm:cxn modelId="{F4B1C9B8-72C0-4609-B541-60220B7C5A18}" type="presOf" srcId="{D1117896-3CA3-406B-BC11-AE2EE3A98DC9}" destId="{D38EBFEC-0F3D-4A92-A3D8-23D87B0E81D2}" srcOrd="0" destOrd="0" presId="urn:microsoft.com/office/officeart/2018/5/layout/CenteredIconLabelDescriptionList"/>
    <dgm:cxn modelId="{E5CE40D0-8773-4F26-AB1F-CB6572D41A96}" srcId="{D9394814-1960-49BF-86DE-B7D7087B08DC}" destId="{136081C3-FEA9-4492-B1FD-60658F79070D}" srcOrd="1" destOrd="0" parTransId="{04075C86-1368-4E92-81F2-9C5F9AC69482}" sibTransId="{B98D2C62-70A7-421C-A62C-D143493D72DC}"/>
    <dgm:cxn modelId="{B91529E1-DE43-4D3B-8B04-087C8C270734}" type="presOf" srcId="{5EA2B16B-87DF-4CAD-A0A9-6CE6FBE6C852}" destId="{4FD92B24-E38E-47B2-8CFA-2301974A2E93}" srcOrd="0" destOrd="0" presId="urn:microsoft.com/office/officeart/2018/5/layout/CenteredIconLabelDescriptionList"/>
    <dgm:cxn modelId="{C41B3EE1-DF05-46A3-B2AE-F40BA7991BB6}" srcId="{D9394814-1960-49BF-86DE-B7D7087B08DC}" destId="{C2CA268F-9477-4665-BB68-1EDA3869E81C}" srcOrd="0" destOrd="0" parTransId="{D8A8E23A-B71F-4D89-87C7-49F3AD47C5D9}" sibTransId="{FABD55F8-FE4A-4558-AB37-62AECDF5D89D}"/>
    <dgm:cxn modelId="{14722DE3-30C0-4E51-A37A-F0EBD59822D8}" srcId="{136081C3-FEA9-4492-B1FD-60658F79070D}" destId="{E006B39F-3972-4CC3-ACE8-AA95FC1A487F}" srcOrd="0" destOrd="0" parTransId="{ED3A34EE-B660-4492-9F4B-3736362781E4}" sibTransId="{FF3F2EF0-2A53-4C2C-B809-7AFECEAAE35D}"/>
    <dgm:cxn modelId="{E9E99EF6-96B7-4B7E-9E46-299F1DE7AC42}" srcId="{D9394814-1960-49BF-86DE-B7D7087B08DC}" destId="{5EA2B16B-87DF-4CAD-A0A9-6CE6FBE6C852}" srcOrd="3" destOrd="0" parTransId="{633ADC7E-1743-46C7-9947-78F08812E01A}" sibTransId="{2D0BC7DA-1068-4A57-BDC7-93344A1C1CBF}"/>
    <dgm:cxn modelId="{5BA4AEA3-FE27-4ADE-9790-92F32C16A151}" type="presParOf" srcId="{3A6B6327-AA79-4BC1-9501-A5011255690D}" destId="{6C4477C2-1C00-4D61-B2C0-6CDFAF871F10}" srcOrd="0" destOrd="0" presId="urn:microsoft.com/office/officeart/2018/5/layout/CenteredIconLabelDescriptionList"/>
    <dgm:cxn modelId="{6AE24690-8C7B-48B2-BB8C-687457625B69}" type="presParOf" srcId="{6C4477C2-1C00-4D61-B2C0-6CDFAF871F10}" destId="{95E19FBD-B760-4480-AB81-7AF7F392BEAE}" srcOrd="0" destOrd="0" presId="urn:microsoft.com/office/officeart/2018/5/layout/CenteredIconLabelDescriptionList"/>
    <dgm:cxn modelId="{E4418155-CC74-4B81-B4F0-A22C185A26E1}" type="presParOf" srcId="{6C4477C2-1C00-4D61-B2C0-6CDFAF871F10}" destId="{4E1299B0-6AC3-4A77-88A4-3BFB9F684327}" srcOrd="1" destOrd="0" presId="urn:microsoft.com/office/officeart/2018/5/layout/CenteredIconLabelDescriptionList"/>
    <dgm:cxn modelId="{774868E9-7D73-46ED-ACCE-A758BE7AE8A6}" type="presParOf" srcId="{6C4477C2-1C00-4D61-B2C0-6CDFAF871F10}" destId="{0C17E67F-8802-458F-8567-9C2AAEAC1135}" srcOrd="2" destOrd="0" presId="urn:microsoft.com/office/officeart/2018/5/layout/CenteredIconLabelDescriptionList"/>
    <dgm:cxn modelId="{CA051326-6DA2-4037-9664-FD897F2FA12A}" type="presParOf" srcId="{6C4477C2-1C00-4D61-B2C0-6CDFAF871F10}" destId="{F85C5B3E-8751-4092-8574-1C0B7C55421A}" srcOrd="3" destOrd="0" presId="urn:microsoft.com/office/officeart/2018/5/layout/CenteredIconLabelDescriptionList"/>
    <dgm:cxn modelId="{160BA757-C4D0-49D0-8580-97738EAC52F2}" type="presParOf" srcId="{6C4477C2-1C00-4D61-B2C0-6CDFAF871F10}" destId="{181FDD36-BED4-45ED-8C34-1DE947C08717}" srcOrd="4" destOrd="0" presId="urn:microsoft.com/office/officeart/2018/5/layout/CenteredIconLabelDescriptionList"/>
    <dgm:cxn modelId="{538AEDD2-ECE0-49CD-A957-777B2892804C}" type="presParOf" srcId="{3A6B6327-AA79-4BC1-9501-A5011255690D}" destId="{7EE47307-494A-482F-B653-65B841E4C641}" srcOrd="1" destOrd="0" presId="urn:microsoft.com/office/officeart/2018/5/layout/CenteredIconLabelDescriptionList"/>
    <dgm:cxn modelId="{D8CEA2F8-B56B-4A86-B4D4-8DB09EC27D2C}" type="presParOf" srcId="{3A6B6327-AA79-4BC1-9501-A5011255690D}" destId="{731471AC-8AA1-4FC3-8FAB-7CBF6CB6C01F}" srcOrd="2" destOrd="0" presId="urn:microsoft.com/office/officeart/2018/5/layout/CenteredIconLabelDescriptionList"/>
    <dgm:cxn modelId="{22015AA9-4CD1-438A-AF0F-26112A52AF75}" type="presParOf" srcId="{731471AC-8AA1-4FC3-8FAB-7CBF6CB6C01F}" destId="{A076F5C8-2D9B-428E-927A-BE02DAE50D36}" srcOrd="0" destOrd="0" presId="urn:microsoft.com/office/officeart/2018/5/layout/CenteredIconLabelDescriptionList"/>
    <dgm:cxn modelId="{F13AAEEB-9461-4FFA-8F5D-2831AD880E30}" type="presParOf" srcId="{731471AC-8AA1-4FC3-8FAB-7CBF6CB6C01F}" destId="{9B391455-D246-400B-B0FA-57E492C70CEE}" srcOrd="1" destOrd="0" presId="urn:microsoft.com/office/officeart/2018/5/layout/CenteredIconLabelDescriptionList"/>
    <dgm:cxn modelId="{D6626C24-EEF8-4F38-9A55-84F44D97B53A}" type="presParOf" srcId="{731471AC-8AA1-4FC3-8FAB-7CBF6CB6C01F}" destId="{42F248AC-DC59-4444-829D-4485FA94F897}" srcOrd="2" destOrd="0" presId="urn:microsoft.com/office/officeart/2018/5/layout/CenteredIconLabelDescriptionList"/>
    <dgm:cxn modelId="{92A15501-DE21-40AC-8F45-81CD2602B18D}" type="presParOf" srcId="{731471AC-8AA1-4FC3-8FAB-7CBF6CB6C01F}" destId="{CEFEF6AB-7A81-4DB3-849C-F06946BFB8DA}" srcOrd="3" destOrd="0" presId="urn:microsoft.com/office/officeart/2018/5/layout/CenteredIconLabelDescriptionList"/>
    <dgm:cxn modelId="{D9764E60-9529-4462-A74D-98B45F8276F8}" type="presParOf" srcId="{731471AC-8AA1-4FC3-8FAB-7CBF6CB6C01F}" destId="{99CB1B7B-DE62-4F2C-8A0E-FB6750E8DCB1}" srcOrd="4" destOrd="0" presId="urn:microsoft.com/office/officeart/2018/5/layout/CenteredIconLabelDescriptionList"/>
    <dgm:cxn modelId="{B1023CE5-F988-4E18-99B1-43FAF66565D3}" type="presParOf" srcId="{3A6B6327-AA79-4BC1-9501-A5011255690D}" destId="{2D33255C-8B86-4F8E-A54C-9B9456898547}" srcOrd="3" destOrd="0" presId="urn:microsoft.com/office/officeart/2018/5/layout/CenteredIconLabelDescriptionList"/>
    <dgm:cxn modelId="{DBDCBA77-8A9A-4192-A7DE-259B8F201926}" type="presParOf" srcId="{3A6B6327-AA79-4BC1-9501-A5011255690D}" destId="{566159F0-4F6C-4112-989C-2CAE853CD738}" srcOrd="4" destOrd="0" presId="urn:microsoft.com/office/officeart/2018/5/layout/CenteredIconLabelDescriptionList"/>
    <dgm:cxn modelId="{F68C8803-22DD-4565-AE92-92CE2758A502}" type="presParOf" srcId="{566159F0-4F6C-4112-989C-2CAE853CD738}" destId="{3AF52808-6C85-4F93-A8BD-CE9F50C5CD51}" srcOrd="0" destOrd="0" presId="urn:microsoft.com/office/officeart/2018/5/layout/CenteredIconLabelDescriptionList"/>
    <dgm:cxn modelId="{F4B6081B-963B-4A92-BC08-1A1B500736D1}" type="presParOf" srcId="{566159F0-4F6C-4112-989C-2CAE853CD738}" destId="{09E9E278-DB6D-47FB-8769-0E330DF28EB7}" srcOrd="1" destOrd="0" presId="urn:microsoft.com/office/officeart/2018/5/layout/CenteredIconLabelDescriptionList"/>
    <dgm:cxn modelId="{356DF117-AAA0-46EC-B3FC-BBDD86652EFF}" type="presParOf" srcId="{566159F0-4F6C-4112-989C-2CAE853CD738}" destId="{D38EBFEC-0F3D-4A92-A3D8-23D87B0E81D2}" srcOrd="2" destOrd="0" presId="urn:microsoft.com/office/officeart/2018/5/layout/CenteredIconLabelDescriptionList"/>
    <dgm:cxn modelId="{E8CA6E6D-8E6F-45F4-9BB1-C2B1B66048AA}" type="presParOf" srcId="{566159F0-4F6C-4112-989C-2CAE853CD738}" destId="{9525804A-98F2-4B3C-854E-ED66D4995B6A}" srcOrd="3" destOrd="0" presId="urn:microsoft.com/office/officeart/2018/5/layout/CenteredIconLabelDescriptionList"/>
    <dgm:cxn modelId="{A70155FC-024E-4FC5-97F3-82A2CE95A9B8}" type="presParOf" srcId="{566159F0-4F6C-4112-989C-2CAE853CD738}" destId="{FD479664-2331-4975-BE42-52928A5138D9}" srcOrd="4" destOrd="0" presId="urn:microsoft.com/office/officeart/2018/5/layout/CenteredIconLabelDescriptionList"/>
    <dgm:cxn modelId="{1872F06C-ACC8-4C4D-8003-0C9868A6A7D5}" type="presParOf" srcId="{3A6B6327-AA79-4BC1-9501-A5011255690D}" destId="{072BEFC3-3C36-4CEC-AF79-22DD2F5E98BC}" srcOrd="5" destOrd="0" presId="urn:microsoft.com/office/officeart/2018/5/layout/CenteredIconLabelDescriptionList"/>
    <dgm:cxn modelId="{C3EEA714-ED61-40AA-B9E1-CB7E848997C2}" type="presParOf" srcId="{3A6B6327-AA79-4BC1-9501-A5011255690D}" destId="{DF4F1FA9-5C04-43A2-814F-67D00DAE310D}" srcOrd="6" destOrd="0" presId="urn:microsoft.com/office/officeart/2018/5/layout/CenteredIconLabelDescriptionList"/>
    <dgm:cxn modelId="{300DA280-8E90-4119-8037-98EB417D5CE9}" type="presParOf" srcId="{DF4F1FA9-5C04-43A2-814F-67D00DAE310D}" destId="{DD667378-0FD7-4ACC-8BE1-85F9D0D05811}" srcOrd="0" destOrd="0" presId="urn:microsoft.com/office/officeart/2018/5/layout/CenteredIconLabelDescriptionList"/>
    <dgm:cxn modelId="{7021102C-D4BC-47E9-8E61-041F25B63E4F}" type="presParOf" srcId="{DF4F1FA9-5C04-43A2-814F-67D00DAE310D}" destId="{556A303E-4E72-462B-8EA4-86AAF6503416}" srcOrd="1" destOrd="0" presId="urn:microsoft.com/office/officeart/2018/5/layout/CenteredIconLabelDescriptionList"/>
    <dgm:cxn modelId="{C019DC42-5230-4368-BA2E-417645B83C45}" type="presParOf" srcId="{DF4F1FA9-5C04-43A2-814F-67D00DAE310D}" destId="{4FD92B24-E38E-47B2-8CFA-2301974A2E93}" srcOrd="2" destOrd="0" presId="urn:microsoft.com/office/officeart/2018/5/layout/CenteredIconLabelDescriptionList"/>
    <dgm:cxn modelId="{40EAC678-2E66-4ADD-8F8C-714246FAE083}" type="presParOf" srcId="{DF4F1FA9-5C04-43A2-814F-67D00DAE310D}" destId="{0EF416C8-1761-42B4-A4E2-797A9E27B4F3}" srcOrd="3" destOrd="0" presId="urn:microsoft.com/office/officeart/2018/5/layout/CenteredIconLabelDescriptionList"/>
    <dgm:cxn modelId="{D069C58B-C260-4379-B063-CB5430CD459F}" type="presParOf" srcId="{DF4F1FA9-5C04-43A2-814F-67D00DAE310D}" destId="{14034ECD-73B6-42F0-940D-D811C4A1D748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ABCC54C-CCFD-483E-AD19-A565C58F877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C4A53A38-7A34-4D29-B803-1B2C454E75BB}">
      <dgm:prSet/>
      <dgm:spPr/>
      <dgm:t>
        <a:bodyPr/>
        <a:lstStyle/>
        <a:p>
          <a:r>
            <a:rPr lang="en-US"/>
            <a:t>Frontend: React 19, TypeScript, Vite 7, React Router, Bootstrap 5</a:t>
          </a:r>
        </a:p>
      </dgm:t>
    </dgm:pt>
    <dgm:pt modelId="{06777614-3B0C-4C8D-B1D0-D5F308F4C11B}" type="parTrans" cxnId="{9CC1E729-D3DE-42F8-9C17-1C18B9828C94}">
      <dgm:prSet/>
      <dgm:spPr/>
      <dgm:t>
        <a:bodyPr/>
        <a:lstStyle/>
        <a:p>
          <a:endParaRPr lang="en-US"/>
        </a:p>
      </dgm:t>
    </dgm:pt>
    <dgm:pt modelId="{EB0E4A55-E8BA-442B-9CC6-6D8A0548DB4A}" type="sibTrans" cxnId="{9CC1E729-D3DE-42F8-9C17-1C18B9828C94}">
      <dgm:prSet/>
      <dgm:spPr/>
      <dgm:t>
        <a:bodyPr/>
        <a:lstStyle/>
        <a:p>
          <a:endParaRPr lang="en-US"/>
        </a:p>
      </dgm:t>
    </dgm:pt>
    <dgm:pt modelId="{F3D1DE7B-445F-47BD-9DFA-7ADF5A884F65}">
      <dgm:prSet/>
      <dgm:spPr/>
      <dgm:t>
        <a:bodyPr/>
        <a:lstStyle/>
        <a:p>
          <a:r>
            <a:rPr lang="en-US"/>
            <a:t>Backend: ASP.NET Core 8, EF Core 8, JWT, BCrypt</a:t>
          </a:r>
        </a:p>
      </dgm:t>
    </dgm:pt>
    <dgm:pt modelId="{FB8B08B7-A813-4E40-ABB1-F5F273ABD711}" type="parTrans" cxnId="{9D3245BF-49B5-45DE-8006-8FD33490011E}">
      <dgm:prSet/>
      <dgm:spPr/>
      <dgm:t>
        <a:bodyPr/>
        <a:lstStyle/>
        <a:p>
          <a:endParaRPr lang="en-US"/>
        </a:p>
      </dgm:t>
    </dgm:pt>
    <dgm:pt modelId="{1296D07E-4AA3-4D4B-9D4A-D0B88E95D864}" type="sibTrans" cxnId="{9D3245BF-49B5-45DE-8006-8FD33490011E}">
      <dgm:prSet/>
      <dgm:spPr/>
      <dgm:t>
        <a:bodyPr/>
        <a:lstStyle/>
        <a:p>
          <a:endParaRPr lang="en-US"/>
        </a:p>
      </dgm:t>
    </dgm:pt>
    <dgm:pt modelId="{BB7B15B1-E8AE-453A-A764-2B299D61FDCE}">
      <dgm:prSet/>
      <dgm:spPr/>
      <dgm:t>
        <a:bodyPr/>
        <a:lstStyle/>
        <a:p>
          <a:r>
            <a:rPr lang="en-US"/>
            <a:t>Database: PostgreSQL 15 (Docker)</a:t>
          </a:r>
        </a:p>
      </dgm:t>
    </dgm:pt>
    <dgm:pt modelId="{704DF745-D4C2-43C8-A228-B82D00EAD611}" type="parTrans" cxnId="{D3956D62-F7D6-4CD8-8932-E34885A2E9FB}">
      <dgm:prSet/>
      <dgm:spPr/>
      <dgm:t>
        <a:bodyPr/>
        <a:lstStyle/>
        <a:p>
          <a:endParaRPr lang="en-US"/>
        </a:p>
      </dgm:t>
    </dgm:pt>
    <dgm:pt modelId="{CAAF6D07-B825-463B-8A06-3BDD341D3670}" type="sibTrans" cxnId="{D3956D62-F7D6-4CD8-8932-E34885A2E9FB}">
      <dgm:prSet/>
      <dgm:spPr/>
      <dgm:t>
        <a:bodyPr/>
        <a:lstStyle/>
        <a:p>
          <a:endParaRPr lang="en-US"/>
        </a:p>
      </dgm:t>
    </dgm:pt>
    <dgm:pt modelId="{90F589A7-CC17-41F9-8744-999FF5064728}">
      <dgm:prSet/>
      <dgm:spPr/>
      <dgm:t>
        <a:bodyPr/>
        <a:lstStyle/>
        <a:p>
          <a:r>
            <a:rPr lang="en-US"/>
            <a:t>AI: OpenAI Chat Completions (gpt-4.1-mini)</a:t>
          </a:r>
        </a:p>
      </dgm:t>
    </dgm:pt>
    <dgm:pt modelId="{D437B126-BBD9-4342-8C1C-000771D653D0}" type="parTrans" cxnId="{520966C4-0B6E-4D16-B8F5-EB3581E392EC}">
      <dgm:prSet/>
      <dgm:spPr/>
      <dgm:t>
        <a:bodyPr/>
        <a:lstStyle/>
        <a:p>
          <a:endParaRPr lang="en-US"/>
        </a:p>
      </dgm:t>
    </dgm:pt>
    <dgm:pt modelId="{8EA2B274-8F41-4912-837F-FE962A26A63F}" type="sibTrans" cxnId="{520966C4-0B6E-4D16-B8F5-EB3581E392EC}">
      <dgm:prSet/>
      <dgm:spPr/>
      <dgm:t>
        <a:bodyPr/>
        <a:lstStyle/>
        <a:p>
          <a:endParaRPr lang="en-US"/>
        </a:p>
      </dgm:t>
    </dgm:pt>
    <dgm:pt modelId="{BDC10DCC-463C-4A2B-895B-91B0B63CCD87}">
      <dgm:prSet/>
      <dgm:spPr/>
      <dgm:t>
        <a:bodyPr/>
        <a:lstStyle/>
        <a:p>
          <a:r>
            <a:rPr lang="en-US"/>
            <a:t>Ops: Docker, Docker Compose, nginx, Linode Ubuntu 24.04</a:t>
          </a:r>
        </a:p>
      </dgm:t>
    </dgm:pt>
    <dgm:pt modelId="{397C255E-DFE5-4FF5-B77F-BF96614D1F14}" type="parTrans" cxnId="{B8B3C8EE-4E1C-4F25-9CB1-4A0972240B70}">
      <dgm:prSet/>
      <dgm:spPr/>
      <dgm:t>
        <a:bodyPr/>
        <a:lstStyle/>
        <a:p>
          <a:endParaRPr lang="en-US"/>
        </a:p>
      </dgm:t>
    </dgm:pt>
    <dgm:pt modelId="{6C9A7280-E53E-4149-A48A-2DCCB10CD7EB}" type="sibTrans" cxnId="{B8B3C8EE-4E1C-4F25-9CB1-4A0972240B70}">
      <dgm:prSet/>
      <dgm:spPr/>
      <dgm:t>
        <a:bodyPr/>
        <a:lstStyle/>
        <a:p>
          <a:endParaRPr lang="en-US"/>
        </a:p>
      </dgm:t>
    </dgm:pt>
    <dgm:pt modelId="{62720D30-6482-425E-8E6B-765F1190D021}" type="pres">
      <dgm:prSet presAssocID="{6ABCC54C-CCFD-483E-AD19-A565C58F8778}" presName="root" presStyleCnt="0">
        <dgm:presLayoutVars>
          <dgm:dir/>
          <dgm:resizeHandles val="exact"/>
        </dgm:presLayoutVars>
      </dgm:prSet>
      <dgm:spPr/>
    </dgm:pt>
    <dgm:pt modelId="{4FC3F458-A58C-4851-9D58-4E8332482760}" type="pres">
      <dgm:prSet presAssocID="{C4A53A38-7A34-4D29-B803-1B2C454E75BB}" presName="compNode" presStyleCnt="0"/>
      <dgm:spPr/>
    </dgm:pt>
    <dgm:pt modelId="{28DB17D4-6420-4739-8270-E7882C6DDC10}" type="pres">
      <dgm:prSet presAssocID="{C4A53A38-7A34-4D29-B803-1B2C454E75BB}" presName="bgRect" presStyleLbl="bgShp" presStyleIdx="0" presStyleCnt="5"/>
      <dgm:spPr/>
    </dgm:pt>
    <dgm:pt modelId="{767A3BD0-E7FB-4009-9EFC-586564756F80}" type="pres">
      <dgm:prSet presAssocID="{C4A53A38-7A34-4D29-B803-1B2C454E75BB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w Temperature"/>
        </a:ext>
      </dgm:extLst>
    </dgm:pt>
    <dgm:pt modelId="{04D3F964-AC80-464A-92AC-962924C7988B}" type="pres">
      <dgm:prSet presAssocID="{C4A53A38-7A34-4D29-B803-1B2C454E75BB}" presName="spaceRect" presStyleCnt="0"/>
      <dgm:spPr/>
    </dgm:pt>
    <dgm:pt modelId="{6C959FCB-1521-44E9-A263-78AF633C7E6E}" type="pres">
      <dgm:prSet presAssocID="{C4A53A38-7A34-4D29-B803-1B2C454E75BB}" presName="parTx" presStyleLbl="revTx" presStyleIdx="0" presStyleCnt="5">
        <dgm:presLayoutVars>
          <dgm:chMax val="0"/>
          <dgm:chPref val="0"/>
        </dgm:presLayoutVars>
      </dgm:prSet>
      <dgm:spPr/>
    </dgm:pt>
    <dgm:pt modelId="{4617DB82-9CF0-4816-A805-3BB38BD027B4}" type="pres">
      <dgm:prSet presAssocID="{EB0E4A55-E8BA-442B-9CC6-6D8A0548DB4A}" presName="sibTrans" presStyleCnt="0"/>
      <dgm:spPr/>
    </dgm:pt>
    <dgm:pt modelId="{0DE3C6E4-6074-4FB8-8027-ABC168070D9B}" type="pres">
      <dgm:prSet presAssocID="{F3D1DE7B-445F-47BD-9DFA-7ADF5A884F65}" presName="compNode" presStyleCnt="0"/>
      <dgm:spPr/>
    </dgm:pt>
    <dgm:pt modelId="{806828C9-546D-4D9B-A55C-09FDD52EBF91}" type="pres">
      <dgm:prSet presAssocID="{F3D1DE7B-445F-47BD-9DFA-7ADF5A884F65}" presName="bgRect" presStyleLbl="bgShp" presStyleIdx="1" presStyleCnt="5"/>
      <dgm:spPr/>
    </dgm:pt>
    <dgm:pt modelId="{7FE1D5C4-155B-48D8-904D-04228159A8BE}" type="pres">
      <dgm:prSet presAssocID="{F3D1DE7B-445F-47BD-9DFA-7ADF5A884F65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BCC72F71-67D7-4D61-A4D4-D4B96763611C}" type="pres">
      <dgm:prSet presAssocID="{F3D1DE7B-445F-47BD-9DFA-7ADF5A884F65}" presName="spaceRect" presStyleCnt="0"/>
      <dgm:spPr/>
    </dgm:pt>
    <dgm:pt modelId="{B12D86EC-F00F-4728-9256-4EC7F5493AA9}" type="pres">
      <dgm:prSet presAssocID="{F3D1DE7B-445F-47BD-9DFA-7ADF5A884F65}" presName="parTx" presStyleLbl="revTx" presStyleIdx="1" presStyleCnt="5">
        <dgm:presLayoutVars>
          <dgm:chMax val="0"/>
          <dgm:chPref val="0"/>
        </dgm:presLayoutVars>
      </dgm:prSet>
      <dgm:spPr/>
    </dgm:pt>
    <dgm:pt modelId="{F613DE7E-B96E-4E3E-A55C-2E99204FBF9C}" type="pres">
      <dgm:prSet presAssocID="{1296D07E-4AA3-4D4B-9D4A-D0B88E95D864}" presName="sibTrans" presStyleCnt="0"/>
      <dgm:spPr/>
    </dgm:pt>
    <dgm:pt modelId="{7C96A243-016A-4AAE-8CB8-F051C090D90D}" type="pres">
      <dgm:prSet presAssocID="{BB7B15B1-E8AE-453A-A764-2B299D61FDCE}" presName="compNode" presStyleCnt="0"/>
      <dgm:spPr/>
    </dgm:pt>
    <dgm:pt modelId="{5F003A87-DA70-4D6E-A4CD-BEF9392401B6}" type="pres">
      <dgm:prSet presAssocID="{BB7B15B1-E8AE-453A-A764-2B299D61FDCE}" presName="bgRect" presStyleLbl="bgShp" presStyleIdx="2" presStyleCnt="5"/>
      <dgm:spPr/>
    </dgm:pt>
    <dgm:pt modelId="{E281AFB4-E647-4D29-A623-F10235E85A1A}" type="pres">
      <dgm:prSet presAssocID="{BB7B15B1-E8AE-453A-A764-2B299D61FDCE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79EFED86-BE80-40AC-A984-0081AE7F2B9A}" type="pres">
      <dgm:prSet presAssocID="{BB7B15B1-E8AE-453A-A764-2B299D61FDCE}" presName="spaceRect" presStyleCnt="0"/>
      <dgm:spPr/>
    </dgm:pt>
    <dgm:pt modelId="{9BFB8517-1DCA-4609-B16E-6998F4162DE8}" type="pres">
      <dgm:prSet presAssocID="{BB7B15B1-E8AE-453A-A764-2B299D61FDCE}" presName="parTx" presStyleLbl="revTx" presStyleIdx="2" presStyleCnt="5">
        <dgm:presLayoutVars>
          <dgm:chMax val="0"/>
          <dgm:chPref val="0"/>
        </dgm:presLayoutVars>
      </dgm:prSet>
      <dgm:spPr/>
    </dgm:pt>
    <dgm:pt modelId="{71F911A2-BD0D-4BAC-8AFE-83F3C1F283CE}" type="pres">
      <dgm:prSet presAssocID="{CAAF6D07-B825-463B-8A06-3BDD341D3670}" presName="sibTrans" presStyleCnt="0"/>
      <dgm:spPr/>
    </dgm:pt>
    <dgm:pt modelId="{39B7378D-FD1D-45FF-8658-AFAD95AD7A53}" type="pres">
      <dgm:prSet presAssocID="{90F589A7-CC17-41F9-8744-999FF5064728}" presName="compNode" presStyleCnt="0"/>
      <dgm:spPr/>
    </dgm:pt>
    <dgm:pt modelId="{9EFC6BDE-F4C0-4D99-A437-50735B6366DC}" type="pres">
      <dgm:prSet presAssocID="{90F589A7-CC17-41F9-8744-999FF5064728}" presName="bgRect" presStyleLbl="bgShp" presStyleIdx="3" presStyleCnt="5"/>
      <dgm:spPr/>
    </dgm:pt>
    <dgm:pt modelId="{3A9B986F-7BF9-4B0A-8ACE-64B6D344E4AC}" type="pres">
      <dgm:prSet presAssocID="{90F589A7-CC17-41F9-8744-999FF5064728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2045F8AC-885D-47AE-8605-B8DF54986F76}" type="pres">
      <dgm:prSet presAssocID="{90F589A7-CC17-41F9-8744-999FF5064728}" presName="spaceRect" presStyleCnt="0"/>
      <dgm:spPr/>
    </dgm:pt>
    <dgm:pt modelId="{C088E27F-24A4-42E2-B3DC-168082D1DD76}" type="pres">
      <dgm:prSet presAssocID="{90F589A7-CC17-41F9-8744-999FF5064728}" presName="parTx" presStyleLbl="revTx" presStyleIdx="3" presStyleCnt="5">
        <dgm:presLayoutVars>
          <dgm:chMax val="0"/>
          <dgm:chPref val="0"/>
        </dgm:presLayoutVars>
      </dgm:prSet>
      <dgm:spPr/>
    </dgm:pt>
    <dgm:pt modelId="{044D3A62-AA19-4292-98E2-6E15755879AA}" type="pres">
      <dgm:prSet presAssocID="{8EA2B274-8F41-4912-837F-FE962A26A63F}" presName="sibTrans" presStyleCnt="0"/>
      <dgm:spPr/>
    </dgm:pt>
    <dgm:pt modelId="{885EBDC5-9059-481C-8DC1-3D9E20EF9A3D}" type="pres">
      <dgm:prSet presAssocID="{BDC10DCC-463C-4A2B-895B-91B0B63CCD87}" presName="compNode" presStyleCnt="0"/>
      <dgm:spPr/>
    </dgm:pt>
    <dgm:pt modelId="{930A8BEB-CCA1-4ED2-B59E-55358239E65F}" type="pres">
      <dgm:prSet presAssocID="{BDC10DCC-463C-4A2B-895B-91B0B63CCD87}" presName="bgRect" presStyleLbl="bgShp" presStyleIdx="4" presStyleCnt="5"/>
      <dgm:spPr/>
    </dgm:pt>
    <dgm:pt modelId="{F5A95C0A-DDAE-47F3-AE97-4B38B885DC05}" type="pres">
      <dgm:prSet presAssocID="{BDC10DCC-463C-4A2B-895B-91B0B63CCD87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2F070C1B-596C-42CC-BBC3-EF0D0DF7A026}" type="pres">
      <dgm:prSet presAssocID="{BDC10DCC-463C-4A2B-895B-91B0B63CCD87}" presName="spaceRect" presStyleCnt="0"/>
      <dgm:spPr/>
    </dgm:pt>
    <dgm:pt modelId="{132D55D8-F4A4-48DE-9F3E-6FC7E9CCF4B9}" type="pres">
      <dgm:prSet presAssocID="{BDC10DCC-463C-4A2B-895B-91B0B63CCD87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9CC1E729-D3DE-42F8-9C17-1C18B9828C94}" srcId="{6ABCC54C-CCFD-483E-AD19-A565C58F8778}" destId="{C4A53A38-7A34-4D29-B803-1B2C454E75BB}" srcOrd="0" destOrd="0" parTransId="{06777614-3B0C-4C8D-B1D0-D5F308F4C11B}" sibTransId="{EB0E4A55-E8BA-442B-9CC6-6D8A0548DB4A}"/>
    <dgm:cxn modelId="{17ED3430-9295-4A57-981E-BBCFAD2CD2A8}" type="presOf" srcId="{90F589A7-CC17-41F9-8744-999FF5064728}" destId="{C088E27F-24A4-42E2-B3DC-168082D1DD76}" srcOrd="0" destOrd="0" presId="urn:microsoft.com/office/officeart/2018/2/layout/IconVerticalSolidList"/>
    <dgm:cxn modelId="{D3956D62-F7D6-4CD8-8932-E34885A2E9FB}" srcId="{6ABCC54C-CCFD-483E-AD19-A565C58F8778}" destId="{BB7B15B1-E8AE-453A-A764-2B299D61FDCE}" srcOrd="2" destOrd="0" parTransId="{704DF745-D4C2-43C8-A228-B82D00EAD611}" sibTransId="{CAAF6D07-B825-463B-8A06-3BDD341D3670}"/>
    <dgm:cxn modelId="{F591DF71-2CE5-42EB-8AB3-D29A589133BF}" type="presOf" srcId="{BB7B15B1-E8AE-453A-A764-2B299D61FDCE}" destId="{9BFB8517-1DCA-4609-B16E-6998F4162DE8}" srcOrd="0" destOrd="0" presId="urn:microsoft.com/office/officeart/2018/2/layout/IconVerticalSolidList"/>
    <dgm:cxn modelId="{46FC6E8E-73F8-4F3E-A82F-8C9E46DBB127}" type="presOf" srcId="{C4A53A38-7A34-4D29-B803-1B2C454E75BB}" destId="{6C959FCB-1521-44E9-A263-78AF633C7E6E}" srcOrd="0" destOrd="0" presId="urn:microsoft.com/office/officeart/2018/2/layout/IconVerticalSolidList"/>
    <dgm:cxn modelId="{9D3245BF-49B5-45DE-8006-8FD33490011E}" srcId="{6ABCC54C-CCFD-483E-AD19-A565C58F8778}" destId="{F3D1DE7B-445F-47BD-9DFA-7ADF5A884F65}" srcOrd="1" destOrd="0" parTransId="{FB8B08B7-A813-4E40-ABB1-F5F273ABD711}" sibTransId="{1296D07E-4AA3-4D4B-9D4A-D0B88E95D864}"/>
    <dgm:cxn modelId="{F52791BF-E362-4057-8220-3C661C9A29BE}" type="presOf" srcId="{6ABCC54C-CCFD-483E-AD19-A565C58F8778}" destId="{62720D30-6482-425E-8E6B-765F1190D021}" srcOrd="0" destOrd="0" presId="urn:microsoft.com/office/officeart/2018/2/layout/IconVerticalSolidList"/>
    <dgm:cxn modelId="{2AD325C2-11ED-45BE-96CA-0E8EFFA8123B}" type="presOf" srcId="{F3D1DE7B-445F-47BD-9DFA-7ADF5A884F65}" destId="{B12D86EC-F00F-4728-9256-4EC7F5493AA9}" srcOrd="0" destOrd="0" presId="urn:microsoft.com/office/officeart/2018/2/layout/IconVerticalSolidList"/>
    <dgm:cxn modelId="{520966C4-0B6E-4D16-B8F5-EB3581E392EC}" srcId="{6ABCC54C-CCFD-483E-AD19-A565C58F8778}" destId="{90F589A7-CC17-41F9-8744-999FF5064728}" srcOrd="3" destOrd="0" parTransId="{D437B126-BBD9-4342-8C1C-000771D653D0}" sibTransId="{8EA2B274-8F41-4912-837F-FE962A26A63F}"/>
    <dgm:cxn modelId="{B8B3C8EE-4E1C-4F25-9CB1-4A0972240B70}" srcId="{6ABCC54C-CCFD-483E-AD19-A565C58F8778}" destId="{BDC10DCC-463C-4A2B-895B-91B0B63CCD87}" srcOrd="4" destOrd="0" parTransId="{397C255E-DFE5-4FF5-B77F-BF96614D1F14}" sibTransId="{6C9A7280-E53E-4149-A48A-2DCCB10CD7EB}"/>
    <dgm:cxn modelId="{CB1323F4-E4ED-40DA-B030-818A6E32332D}" type="presOf" srcId="{BDC10DCC-463C-4A2B-895B-91B0B63CCD87}" destId="{132D55D8-F4A4-48DE-9F3E-6FC7E9CCF4B9}" srcOrd="0" destOrd="0" presId="urn:microsoft.com/office/officeart/2018/2/layout/IconVerticalSolidList"/>
    <dgm:cxn modelId="{A7BF65A4-F981-42EC-BF90-E9145BD123E5}" type="presParOf" srcId="{62720D30-6482-425E-8E6B-765F1190D021}" destId="{4FC3F458-A58C-4851-9D58-4E8332482760}" srcOrd="0" destOrd="0" presId="urn:microsoft.com/office/officeart/2018/2/layout/IconVerticalSolidList"/>
    <dgm:cxn modelId="{264E9D83-F745-41E4-9DF1-61B85C5AAA2B}" type="presParOf" srcId="{4FC3F458-A58C-4851-9D58-4E8332482760}" destId="{28DB17D4-6420-4739-8270-E7882C6DDC10}" srcOrd="0" destOrd="0" presId="urn:microsoft.com/office/officeart/2018/2/layout/IconVerticalSolidList"/>
    <dgm:cxn modelId="{04E5A029-733E-46B7-B37B-9EEEEB612A9B}" type="presParOf" srcId="{4FC3F458-A58C-4851-9D58-4E8332482760}" destId="{767A3BD0-E7FB-4009-9EFC-586564756F80}" srcOrd="1" destOrd="0" presId="urn:microsoft.com/office/officeart/2018/2/layout/IconVerticalSolidList"/>
    <dgm:cxn modelId="{8D0E8BC9-A093-46C7-89FE-C3459FF93141}" type="presParOf" srcId="{4FC3F458-A58C-4851-9D58-4E8332482760}" destId="{04D3F964-AC80-464A-92AC-962924C7988B}" srcOrd="2" destOrd="0" presId="urn:microsoft.com/office/officeart/2018/2/layout/IconVerticalSolidList"/>
    <dgm:cxn modelId="{553BE6F5-5D0E-40FB-99A6-085EC248BEED}" type="presParOf" srcId="{4FC3F458-A58C-4851-9D58-4E8332482760}" destId="{6C959FCB-1521-44E9-A263-78AF633C7E6E}" srcOrd="3" destOrd="0" presId="urn:microsoft.com/office/officeart/2018/2/layout/IconVerticalSolidList"/>
    <dgm:cxn modelId="{B3BE8163-5260-42F8-A18D-FE2B88A7CD4B}" type="presParOf" srcId="{62720D30-6482-425E-8E6B-765F1190D021}" destId="{4617DB82-9CF0-4816-A805-3BB38BD027B4}" srcOrd="1" destOrd="0" presId="urn:microsoft.com/office/officeart/2018/2/layout/IconVerticalSolidList"/>
    <dgm:cxn modelId="{67CA958F-2EDD-4D60-853D-857E2363A3F6}" type="presParOf" srcId="{62720D30-6482-425E-8E6B-765F1190D021}" destId="{0DE3C6E4-6074-4FB8-8027-ABC168070D9B}" srcOrd="2" destOrd="0" presId="urn:microsoft.com/office/officeart/2018/2/layout/IconVerticalSolidList"/>
    <dgm:cxn modelId="{57ACCBD8-B42B-4A19-B93C-3086BBE9771D}" type="presParOf" srcId="{0DE3C6E4-6074-4FB8-8027-ABC168070D9B}" destId="{806828C9-546D-4D9B-A55C-09FDD52EBF91}" srcOrd="0" destOrd="0" presId="urn:microsoft.com/office/officeart/2018/2/layout/IconVerticalSolidList"/>
    <dgm:cxn modelId="{2F9539E2-A289-4D8A-B69E-BA0000E8E2E1}" type="presParOf" srcId="{0DE3C6E4-6074-4FB8-8027-ABC168070D9B}" destId="{7FE1D5C4-155B-48D8-904D-04228159A8BE}" srcOrd="1" destOrd="0" presId="urn:microsoft.com/office/officeart/2018/2/layout/IconVerticalSolidList"/>
    <dgm:cxn modelId="{2E0E5211-8BD7-43BD-BA82-0D70F98D07CB}" type="presParOf" srcId="{0DE3C6E4-6074-4FB8-8027-ABC168070D9B}" destId="{BCC72F71-67D7-4D61-A4D4-D4B96763611C}" srcOrd="2" destOrd="0" presId="urn:microsoft.com/office/officeart/2018/2/layout/IconVerticalSolidList"/>
    <dgm:cxn modelId="{EC9F2B84-D75E-4BA6-A5CD-EEF55205521C}" type="presParOf" srcId="{0DE3C6E4-6074-4FB8-8027-ABC168070D9B}" destId="{B12D86EC-F00F-4728-9256-4EC7F5493AA9}" srcOrd="3" destOrd="0" presId="urn:microsoft.com/office/officeart/2018/2/layout/IconVerticalSolidList"/>
    <dgm:cxn modelId="{7399FF9B-F60C-4879-AC7E-AD0C83BF7086}" type="presParOf" srcId="{62720D30-6482-425E-8E6B-765F1190D021}" destId="{F613DE7E-B96E-4E3E-A55C-2E99204FBF9C}" srcOrd="3" destOrd="0" presId="urn:microsoft.com/office/officeart/2018/2/layout/IconVerticalSolidList"/>
    <dgm:cxn modelId="{1503B255-4390-4C2D-BEBA-1A2898ECBD73}" type="presParOf" srcId="{62720D30-6482-425E-8E6B-765F1190D021}" destId="{7C96A243-016A-4AAE-8CB8-F051C090D90D}" srcOrd="4" destOrd="0" presId="urn:microsoft.com/office/officeart/2018/2/layout/IconVerticalSolidList"/>
    <dgm:cxn modelId="{ACAE245B-5022-4EFE-87A2-23C4068774E5}" type="presParOf" srcId="{7C96A243-016A-4AAE-8CB8-F051C090D90D}" destId="{5F003A87-DA70-4D6E-A4CD-BEF9392401B6}" srcOrd="0" destOrd="0" presId="urn:microsoft.com/office/officeart/2018/2/layout/IconVerticalSolidList"/>
    <dgm:cxn modelId="{8E48AD2D-86BC-4BBD-90F9-3CD4CF513387}" type="presParOf" srcId="{7C96A243-016A-4AAE-8CB8-F051C090D90D}" destId="{E281AFB4-E647-4D29-A623-F10235E85A1A}" srcOrd="1" destOrd="0" presId="urn:microsoft.com/office/officeart/2018/2/layout/IconVerticalSolidList"/>
    <dgm:cxn modelId="{6CFBD4A2-6F6E-481F-B6C9-1B307FE81B22}" type="presParOf" srcId="{7C96A243-016A-4AAE-8CB8-F051C090D90D}" destId="{79EFED86-BE80-40AC-A984-0081AE7F2B9A}" srcOrd="2" destOrd="0" presId="urn:microsoft.com/office/officeart/2018/2/layout/IconVerticalSolidList"/>
    <dgm:cxn modelId="{C9CAEB71-AE32-4786-9881-267357286019}" type="presParOf" srcId="{7C96A243-016A-4AAE-8CB8-F051C090D90D}" destId="{9BFB8517-1DCA-4609-B16E-6998F4162DE8}" srcOrd="3" destOrd="0" presId="urn:microsoft.com/office/officeart/2018/2/layout/IconVerticalSolidList"/>
    <dgm:cxn modelId="{D164BD8A-CAAB-4C59-B3B3-7C87A2AAB194}" type="presParOf" srcId="{62720D30-6482-425E-8E6B-765F1190D021}" destId="{71F911A2-BD0D-4BAC-8AFE-83F3C1F283CE}" srcOrd="5" destOrd="0" presId="urn:microsoft.com/office/officeart/2018/2/layout/IconVerticalSolidList"/>
    <dgm:cxn modelId="{D3D8A2DC-D560-4DEB-9A16-D3E1534657B2}" type="presParOf" srcId="{62720D30-6482-425E-8E6B-765F1190D021}" destId="{39B7378D-FD1D-45FF-8658-AFAD95AD7A53}" srcOrd="6" destOrd="0" presId="urn:microsoft.com/office/officeart/2018/2/layout/IconVerticalSolidList"/>
    <dgm:cxn modelId="{8206EC35-4356-406F-872A-1FB6E02700C1}" type="presParOf" srcId="{39B7378D-FD1D-45FF-8658-AFAD95AD7A53}" destId="{9EFC6BDE-F4C0-4D99-A437-50735B6366DC}" srcOrd="0" destOrd="0" presId="urn:microsoft.com/office/officeart/2018/2/layout/IconVerticalSolidList"/>
    <dgm:cxn modelId="{937416DE-1705-4BA2-BC70-3EF9CCD95247}" type="presParOf" srcId="{39B7378D-FD1D-45FF-8658-AFAD95AD7A53}" destId="{3A9B986F-7BF9-4B0A-8ACE-64B6D344E4AC}" srcOrd="1" destOrd="0" presId="urn:microsoft.com/office/officeart/2018/2/layout/IconVerticalSolidList"/>
    <dgm:cxn modelId="{A049C444-3D49-484B-81D5-BB2600139ED3}" type="presParOf" srcId="{39B7378D-FD1D-45FF-8658-AFAD95AD7A53}" destId="{2045F8AC-885D-47AE-8605-B8DF54986F76}" srcOrd="2" destOrd="0" presId="urn:microsoft.com/office/officeart/2018/2/layout/IconVerticalSolidList"/>
    <dgm:cxn modelId="{0C47855B-8E36-4167-81D6-0FCBE3A339A2}" type="presParOf" srcId="{39B7378D-FD1D-45FF-8658-AFAD95AD7A53}" destId="{C088E27F-24A4-42E2-B3DC-168082D1DD76}" srcOrd="3" destOrd="0" presId="urn:microsoft.com/office/officeart/2018/2/layout/IconVerticalSolidList"/>
    <dgm:cxn modelId="{1E980D4D-55C5-4864-A891-0EF0288ECAD3}" type="presParOf" srcId="{62720D30-6482-425E-8E6B-765F1190D021}" destId="{044D3A62-AA19-4292-98E2-6E15755879AA}" srcOrd="7" destOrd="0" presId="urn:microsoft.com/office/officeart/2018/2/layout/IconVerticalSolidList"/>
    <dgm:cxn modelId="{4FAB0E92-AC01-421E-9A74-07FCB4CD4E47}" type="presParOf" srcId="{62720D30-6482-425E-8E6B-765F1190D021}" destId="{885EBDC5-9059-481C-8DC1-3D9E20EF9A3D}" srcOrd="8" destOrd="0" presId="urn:microsoft.com/office/officeart/2018/2/layout/IconVerticalSolidList"/>
    <dgm:cxn modelId="{76CE481E-29AE-400F-9D95-452E2AB83ADB}" type="presParOf" srcId="{885EBDC5-9059-481C-8DC1-3D9E20EF9A3D}" destId="{930A8BEB-CCA1-4ED2-B59E-55358239E65F}" srcOrd="0" destOrd="0" presId="urn:microsoft.com/office/officeart/2018/2/layout/IconVerticalSolidList"/>
    <dgm:cxn modelId="{F02C48B1-D3F3-4642-9E81-E7034365BEE1}" type="presParOf" srcId="{885EBDC5-9059-481C-8DC1-3D9E20EF9A3D}" destId="{F5A95C0A-DDAE-47F3-AE97-4B38B885DC05}" srcOrd="1" destOrd="0" presId="urn:microsoft.com/office/officeart/2018/2/layout/IconVerticalSolidList"/>
    <dgm:cxn modelId="{D6A63DC2-6EDD-476E-9C3A-2D8491296377}" type="presParOf" srcId="{885EBDC5-9059-481C-8DC1-3D9E20EF9A3D}" destId="{2F070C1B-596C-42CC-BBC3-EF0D0DF7A026}" srcOrd="2" destOrd="0" presId="urn:microsoft.com/office/officeart/2018/2/layout/IconVerticalSolidList"/>
    <dgm:cxn modelId="{FC66C292-8DF3-466E-A3E3-EADE1B09CB5E}" type="presParOf" srcId="{885EBDC5-9059-481C-8DC1-3D9E20EF9A3D}" destId="{132D55D8-F4A4-48DE-9F3E-6FC7E9CCF4B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C7FE49E-7E57-4023-8803-EEC0E5D9C87B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D2D02582-10EE-4C24-B1DD-2125286D1A89}">
      <dgm:prSet/>
      <dgm:spPr/>
      <dgm:t>
        <a:bodyPr/>
        <a:lstStyle/>
        <a:p>
          <a:pPr>
            <a:defRPr cap="all"/>
          </a:pPr>
          <a:r>
            <a:rPr lang="en-US"/>
            <a:t>Browser → nginx → React static (/var/www/jobtracker)</a:t>
          </a:r>
        </a:p>
      </dgm:t>
    </dgm:pt>
    <dgm:pt modelId="{B8544EEE-021F-46EF-AC97-3C4DE0508E3B}" type="parTrans" cxnId="{7A1CBC52-1055-42C5-8DB5-4368765DC60F}">
      <dgm:prSet/>
      <dgm:spPr/>
      <dgm:t>
        <a:bodyPr/>
        <a:lstStyle/>
        <a:p>
          <a:endParaRPr lang="en-US"/>
        </a:p>
      </dgm:t>
    </dgm:pt>
    <dgm:pt modelId="{77DBEF47-0E48-4E07-99EB-41AAD6398A0F}" type="sibTrans" cxnId="{7A1CBC52-1055-42C5-8DB5-4368765DC60F}">
      <dgm:prSet/>
      <dgm:spPr/>
      <dgm:t>
        <a:bodyPr/>
        <a:lstStyle/>
        <a:p>
          <a:endParaRPr lang="en-US"/>
        </a:p>
      </dgm:t>
    </dgm:pt>
    <dgm:pt modelId="{88979CA9-66B5-44A3-8645-A118B9C9A9AE}">
      <dgm:prSet/>
      <dgm:spPr/>
      <dgm:t>
        <a:bodyPr/>
        <a:lstStyle/>
        <a:p>
          <a:pPr>
            <a:defRPr cap="all"/>
          </a:pPr>
          <a:r>
            <a:rPr lang="en-US"/>
            <a:t>nginx /api/ proxy → Dockerized .NET API → PostgreSQL</a:t>
          </a:r>
        </a:p>
      </dgm:t>
    </dgm:pt>
    <dgm:pt modelId="{039FE80D-D3EA-416D-8476-6C7B9D359F15}" type="parTrans" cxnId="{3D5AE104-9CD5-4D2B-A166-C37D150BEFA3}">
      <dgm:prSet/>
      <dgm:spPr/>
      <dgm:t>
        <a:bodyPr/>
        <a:lstStyle/>
        <a:p>
          <a:endParaRPr lang="en-US"/>
        </a:p>
      </dgm:t>
    </dgm:pt>
    <dgm:pt modelId="{29663F93-D9DF-45CA-925A-A98D485114EF}" type="sibTrans" cxnId="{3D5AE104-9CD5-4D2B-A166-C37D150BEFA3}">
      <dgm:prSet/>
      <dgm:spPr/>
      <dgm:t>
        <a:bodyPr/>
        <a:lstStyle/>
        <a:p>
          <a:endParaRPr lang="en-US"/>
        </a:p>
      </dgm:t>
    </dgm:pt>
    <dgm:pt modelId="{A346EB0B-5A56-47E0-9541-0A4E204A0CE9}">
      <dgm:prSet/>
      <dgm:spPr/>
      <dgm:t>
        <a:bodyPr/>
        <a:lstStyle/>
        <a:p>
          <a:pPr>
            <a:defRPr cap="all"/>
          </a:pPr>
          <a:r>
            <a:rPr lang="en-US"/>
            <a:t>API → OpenAI; resume files on container disk (/app/uploads)</a:t>
          </a:r>
        </a:p>
      </dgm:t>
    </dgm:pt>
    <dgm:pt modelId="{77E50145-FA6D-4679-871B-A1569F7CE124}" type="parTrans" cxnId="{5D6D5777-F273-4985-BBBA-CC62F77DAB36}">
      <dgm:prSet/>
      <dgm:spPr/>
      <dgm:t>
        <a:bodyPr/>
        <a:lstStyle/>
        <a:p>
          <a:endParaRPr lang="en-US"/>
        </a:p>
      </dgm:t>
    </dgm:pt>
    <dgm:pt modelId="{9A529D48-76B8-4BC1-9C8D-28EE83042CEE}" type="sibTrans" cxnId="{5D6D5777-F273-4985-BBBA-CC62F77DAB36}">
      <dgm:prSet/>
      <dgm:spPr/>
      <dgm:t>
        <a:bodyPr/>
        <a:lstStyle/>
        <a:p>
          <a:endParaRPr lang="en-US"/>
        </a:p>
      </dgm:t>
    </dgm:pt>
    <dgm:pt modelId="{83B0D3E9-37B2-4296-9CBD-FA407ACC8577}">
      <dgm:prSet/>
      <dgm:spPr/>
      <dgm:t>
        <a:bodyPr/>
        <a:lstStyle/>
        <a:p>
          <a:pPr>
            <a:defRPr cap="all"/>
          </a:pPr>
          <a:r>
            <a:rPr lang="en-US"/>
            <a:t>Backend layers: API → Core → Infrastructure</a:t>
          </a:r>
        </a:p>
      </dgm:t>
    </dgm:pt>
    <dgm:pt modelId="{512361A6-F1B7-4815-9C32-DB2D8B641169}" type="parTrans" cxnId="{9F1F1AAB-3179-4BD2-AE23-FFDA41FB3006}">
      <dgm:prSet/>
      <dgm:spPr/>
      <dgm:t>
        <a:bodyPr/>
        <a:lstStyle/>
        <a:p>
          <a:endParaRPr lang="en-US"/>
        </a:p>
      </dgm:t>
    </dgm:pt>
    <dgm:pt modelId="{753BAF3E-2CD4-4C98-8E62-7969C2737305}" type="sibTrans" cxnId="{9F1F1AAB-3179-4BD2-AE23-FFDA41FB3006}">
      <dgm:prSet/>
      <dgm:spPr/>
      <dgm:t>
        <a:bodyPr/>
        <a:lstStyle/>
        <a:p>
          <a:endParaRPr lang="en-US"/>
        </a:p>
      </dgm:t>
    </dgm:pt>
    <dgm:pt modelId="{6AFFB7BB-3C29-4EEC-834A-2706B94219ED}" type="pres">
      <dgm:prSet presAssocID="{7C7FE49E-7E57-4023-8803-EEC0E5D9C87B}" presName="root" presStyleCnt="0">
        <dgm:presLayoutVars>
          <dgm:dir/>
          <dgm:resizeHandles val="exact"/>
        </dgm:presLayoutVars>
      </dgm:prSet>
      <dgm:spPr/>
    </dgm:pt>
    <dgm:pt modelId="{85698C34-91C5-42D5-AB49-6850AE5B5A62}" type="pres">
      <dgm:prSet presAssocID="{D2D02582-10EE-4C24-B1DD-2125286D1A89}" presName="compNode" presStyleCnt="0"/>
      <dgm:spPr/>
    </dgm:pt>
    <dgm:pt modelId="{EBCFBE9A-7E99-417A-86C5-6615632508D2}" type="pres">
      <dgm:prSet presAssocID="{D2D02582-10EE-4C24-B1DD-2125286D1A89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1F872DDF-D77C-41C4-988D-91474E9BB4BF}" type="pres">
      <dgm:prSet presAssocID="{D2D02582-10EE-4C24-B1DD-2125286D1A89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8B809F08-9C89-43DF-B731-BC624C0DBEF1}" type="pres">
      <dgm:prSet presAssocID="{D2D02582-10EE-4C24-B1DD-2125286D1A89}" presName="spaceRect" presStyleCnt="0"/>
      <dgm:spPr/>
    </dgm:pt>
    <dgm:pt modelId="{B297F234-56D8-4480-9E87-07811083C9DA}" type="pres">
      <dgm:prSet presAssocID="{D2D02582-10EE-4C24-B1DD-2125286D1A89}" presName="textRect" presStyleLbl="revTx" presStyleIdx="0" presStyleCnt="4">
        <dgm:presLayoutVars>
          <dgm:chMax val="1"/>
          <dgm:chPref val="1"/>
        </dgm:presLayoutVars>
      </dgm:prSet>
      <dgm:spPr/>
    </dgm:pt>
    <dgm:pt modelId="{5A162A2C-F032-4769-9F2B-75A3F7EB5838}" type="pres">
      <dgm:prSet presAssocID="{77DBEF47-0E48-4E07-99EB-41AAD6398A0F}" presName="sibTrans" presStyleCnt="0"/>
      <dgm:spPr/>
    </dgm:pt>
    <dgm:pt modelId="{CC722A26-D0DF-404B-88B8-6019EB3DF935}" type="pres">
      <dgm:prSet presAssocID="{88979CA9-66B5-44A3-8645-A118B9C9A9AE}" presName="compNode" presStyleCnt="0"/>
      <dgm:spPr/>
    </dgm:pt>
    <dgm:pt modelId="{5CA8517A-BE0A-4F68-996F-6D05651F2809}" type="pres">
      <dgm:prSet presAssocID="{88979CA9-66B5-44A3-8645-A118B9C9A9AE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8DC6B5ED-107F-4B44-855B-6A0E2516A0B9}" type="pres">
      <dgm:prSet presAssocID="{88979CA9-66B5-44A3-8645-A118B9C9A9AE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699509E1-F16D-44C6-B6E7-2BEAD51C6D80}" type="pres">
      <dgm:prSet presAssocID="{88979CA9-66B5-44A3-8645-A118B9C9A9AE}" presName="spaceRect" presStyleCnt="0"/>
      <dgm:spPr/>
    </dgm:pt>
    <dgm:pt modelId="{0E2DBF67-FBDE-4247-93E6-BB816391507D}" type="pres">
      <dgm:prSet presAssocID="{88979CA9-66B5-44A3-8645-A118B9C9A9AE}" presName="textRect" presStyleLbl="revTx" presStyleIdx="1" presStyleCnt="4">
        <dgm:presLayoutVars>
          <dgm:chMax val="1"/>
          <dgm:chPref val="1"/>
        </dgm:presLayoutVars>
      </dgm:prSet>
      <dgm:spPr/>
    </dgm:pt>
    <dgm:pt modelId="{52505730-40B9-40FB-9DE5-26C2141CA65B}" type="pres">
      <dgm:prSet presAssocID="{29663F93-D9DF-45CA-925A-A98D485114EF}" presName="sibTrans" presStyleCnt="0"/>
      <dgm:spPr/>
    </dgm:pt>
    <dgm:pt modelId="{7859A491-C82F-45C0-869B-E8BD4525D7AA}" type="pres">
      <dgm:prSet presAssocID="{A346EB0B-5A56-47E0-9541-0A4E204A0CE9}" presName="compNode" presStyleCnt="0"/>
      <dgm:spPr/>
    </dgm:pt>
    <dgm:pt modelId="{50391B35-E718-4BA3-A788-5C383FEA6A2C}" type="pres">
      <dgm:prSet presAssocID="{A346EB0B-5A56-47E0-9541-0A4E204A0CE9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3F2AE582-DE58-4458-BE6D-EC95DE41CCD2}" type="pres">
      <dgm:prSet presAssocID="{A346EB0B-5A56-47E0-9541-0A4E204A0CE9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2CDCE54D-3F56-4EB7-AD1B-BEA14A3F7330}" type="pres">
      <dgm:prSet presAssocID="{A346EB0B-5A56-47E0-9541-0A4E204A0CE9}" presName="spaceRect" presStyleCnt="0"/>
      <dgm:spPr/>
    </dgm:pt>
    <dgm:pt modelId="{94916F21-E11E-40CD-8092-DD333A943706}" type="pres">
      <dgm:prSet presAssocID="{A346EB0B-5A56-47E0-9541-0A4E204A0CE9}" presName="textRect" presStyleLbl="revTx" presStyleIdx="2" presStyleCnt="4">
        <dgm:presLayoutVars>
          <dgm:chMax val="1"/>
          <dgm:chPref val="1"/>
        </dgm:presLayoutVars>
      </dgm:prSet>
      <dgm:spPr/>
    </dgm:pt>
    <dgm:pt modelId="{44A75A99-99EE-4E9D-A48F-F64030F8BEE0}" type="pres">
      <dgm:prSet presAssocID="{9A529D48-76B8-4BC1-9C8D-28EE83042CEE}" presName="sibTrans" presStyleCnt="0"/>
      <dgm:spPr/>
    </dgm:pt>
    <dgm:pt modelId="{5B7442F6-95A0-4DF8-8A4D-C1D5ECD9F03D}" type="pres">
      <dgm:prSet presAssocID="{83B0D3E9-37B2-4296-9CBD-FA407ACC8577}" presName="compNode" presStyleCnt="0"/>
      <dgm:spPr/>
    </dgm:pt>
    <dgm:pt modelId="{E9797E8B-A6C1-401A-A9E3-26E3EDDF2844}" type="pres">
      <dgm:prSet presAssocID="{83B0D3E9-37B2-4296-9CBD-FA407ACC8577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5FD3420B-D401-486B-B690-1814ACFCBF9F}" type="pres">
      <dgm:prSet presAssocID="{83B0D3E9-37B2-4296-9CBD-FA407ACC8577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7E38353C-6118-4A9C-B983-07A1588D5D8C}" type="pres">
      <dgm:prSet presAssocID="{83B0D3E9-37B2-4296-9CBD-FA407ACC8577}" presName="spaceRect" presStyleCnt="0"/>
      <dgm:spPr/>
    </dgm:pt>
    <dgm:pt modelId="{655CAA70-4FE2-48A9-833E-D755716D6DE6}" type="pres">
      <dgm:prSet presAssocID="{83B0D3E9-37B2-4296-9CBD-FA407ACC857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3D5AE104-9CD5-4D2B-A166-C37D150BEFA3}" srcId="{7C7FE49E-7E57-4023-8803-EEC0E5D9C87B}" destId="{88979CA9-66B5-44A3-8645-A118B9C9A9AE}" srcOrd="1" destOrd="0" parTransId="{039FE80D-D3EA-416D-8476-6C7B9D359F15}" sibTransId="{29663F93-D9DF-45CA-925A-A98D485114EF}"/>
    <dgm:cxn modelId="{7A1CBC52-1055-42C5-8DB5-4368765DC60F}" srcId="{7C7FE49E-7E57-4023-8803-EEC0E5D9C87B}" destId="{D2D02582-10EE-4C24-B1DD-2125286D1A89}" srcOrd="0" destOrd="0" parTransId="{B8544EEE-021F-46EF-AC97-3C4DE0508E3B}" sibTransId="{77DBEF47-0E48-4E07-99EB-41AAD6398A0F}"/>
    <dgm:cxn modelId="{5D6D5777-F273-4985-BBBA-CC62F77DAB36}" srcId="{7C7FE49E-7E57-4023-8803-EEC0E5D9C87B}" destId="{A346EB0B-5A56-47E0-9541-0A4E204A0CE9}" srcOrd="2" destOrd="0" parTransId="{77E50145-FA6D-4679-871B-A1569F7CE124}" sibTransId="{9A529D48-76B8-4BC1-9C8D-28EE83042CEE}"/>
    <dgm:cxn modelId="{8E038982-B566-4C59-82B1-9FC9168C7D84}" type="presOf" srcId="{A346EB0B-5A56-47E0-9541-0A4E204A0CE9}" destId="{94916F21-E11E-40CD-8092-DD333A943706}" srcOrd="0" destOrd="0" presId="urn:microsoft.com/office/officeart/2018/5/layout/IconLeafLabelList"/>
    <dgm:cxn modelId="{5946678A-0EE1-43C5-B69B-8361A29D1D3C}" type="presOf" srcId="{83B0D3E9-37B2-4296-9CBD-FA407ACC8577}" destId="{655CAA70-4FE2-48A9-833E-D755716D6DE6}" srcOrd="0" destOrd="0" presId="urn:microsoft.com/office/officeart/2018/5/layout/IconLeafLabelList"/>
    <dgm:cxn modelId="{73257F8F-92B1-4C01-A181-78D7F88CBB81}" type="presOf" srcId="{88979CA9-66B5-44A3-8645-A118B9C9A9AE}" destId="{0E2DBF67-FBDE-4247-93E6-BB816391507D}" srcOrd="0" destOrd="0" presId="urn:microsoft.com/office/officeart/2018/5/layout/IconLeafLabelList"/>
    <dgm:cxn modelId="{9F1F1AAB-3179-4BD2-AE23-FFDA41FB3006}" srcId="{7C7FE49E-7E57-4023-8803-EEC0E5D9C87B}" destId="{83B0D3E9-37B2-4296-9CBD-FA407ACC8577}" srcOrd="3" destOrd="0" parTransId="{512361A6-F1B7-4815-9C32-DB2D8B641169}" sibTransId="{753BAF3E-2CD4-4C98-8E62-7969C2737305}"/>
    <dgm:cxn modelId="{BE3964E1-CB30-4341-9811-C93769FD4987}" type="presOf" srcId="{D2D02582-10EE-4C24-B1DD-2125286D1A89}" destId="{B297F234-56D8-4480-9E87-07811083C9DA}" srcOrd="0" destOrd="0" presId="urn:microsoft.com/office/officeart/2018/5/layout/IconLeafLabelList"/>
    <dgm:cxn modelId="{E0B865F6-2F2C-4FCF-8EA9-510DC00ADA82}" type="presOf" srcId="{7C7FE49E-7E57-4023-8803-EEC0E5D9C87B}" destId="{6AFFB7BB-3C29-4EEC-834A-2706B94219ED}" srcOrd="0" destOrd="0" presId="urn:microsoft.com/office/officeart/2018/5/layout/IconLeafLabelList"/>
    <dgm:cxn modelId="{2DF9F6A1-9AE2-4B5E-9E33-1D353F1C6269}" type="presParOf" srcId="{6AFFB7BB-3C29-4EEC-834A-2706B94219ED}" destId="{85698C34-91C5-42D5-AB49-6850AE5B5A62}" srcOrd="0" destOrd="0" presId="urn:microsoft.com/office/officeart/2018/5/layout/IconLeafLabelList"/>
    <dgm:cxn modelId="{82699D58-F722-4A57-8089-7251A1D3529D}" type="presParOf" srcId="{85698C34-91C5-42D5-AB49-6850AE5B5A62}" destId="{EBCFBE9A-7E99-417A-86C5-6615632508D2}" srcOrd="0" destOrd="0" presId="urn:microsoft.com/office/officeart/2018/5/layout/IconLeafLabelList"/>
    <dgm:cxn modelId="{6F085056-E0DB-4A96-B5BC-16D296E38CC3}" type="presParOf" srcId="{85698C34-91C5-42D5-AB49-6850AE5B5A62}" destId="{1F872DDF-D77C-41C4-988D-91474E9BB4BF}" srcOrd="1" destOrd="0" presId="urn:microsoft.com/office/officeart/2018/5/layout/IconLeafLabelList"/>
    <dgm:cxn modelId="{5C074CE7-E0CF-4839-A4A0-875C82AD537B}" type="presParOf" srcId="{85698C34-91C5-42D5-AB49-6850AE5B5A62}" destId="{8B809F08-9C89-43DF-B731-BC624C0DBEF1}" srcOrd="2" destOrd="0" presId="urn:microsoft.com/office/officeart/2018/5/layout/IconLeafLabelList"/>
    <dgm:cxn modelId="{6601F958-ED10-40C2-BD25-401212BE24F3}" type="presParOf" srcId="{85698C34-91C5-42D5-AB49-6850AE5B5A62}" destId="{B297F234-56D8-4480-9E87-07811083C9DA}" srcOrd="3" destOrd="0" presId="urn:microsoft.com/office/officeart/2018/5/layout/IconLeafLabelList"/>
    <dgm:cxn modelId="{8DA1757E-7E9A-4E02-97C4-2E085EF7E2D7}" type="presParOf" srcId="{6AFFB7BB-3C29-4EEC-834A-2706B94219ED}" destId="{5A162A2C-F032-4769-9F2B-75A3F7EB5838}" srcOrd="1" destOrd="0" presId="urn:microsoft.com/office/officeart/2018/5/layout/IconLeafLabelList"/>
    <dgm:cxn modelId="{922E934A-E575-4B04-BD26-77EAB2E55F08}" type="presParOf" srcId="{6AFFB7BB-3C29-4EEC-834A-2706B94219ED}" destId="{CC722A26-D0DF-404B-88B8-6019EB3DF935}" srcOrd="2" destOrd="0" presId="urn:microsoft.com/office/officeart/2018/5/layout/IconLeafLabelList"/>
    <dgm:cxn modelId="{F150EBD4-790E-4E85-A8EF-2B70ACACDA49}" type="presParOf" srcId="{CC722A26-D0DF-404B-88B8-6019EB3DF935}" destId="{5CA8517A-BE0A-4F68-996F-6D05651F2809}" srcOrd="0" destOrd="0" presId="urn:microsoft.com/office/officeart/2018/5/layout/IconLeafLabelList"/>
    <dgm:cxn modelId="{3860C886-68F4-4245-8706-CF74EAFF9605}" type="presParOf" srcId="{CC722A26-D0DF-404B-88B8-6019EB3DF935}" destId="{8DC6B5ED-107F-4B44-855B-6A0E2516A0B9}" srcOrd="1" destOrd="0" presId="urn:microsoft.com/office/officeart/2018/5/layout/IconLeafLabelList"/>
    <dgm:cxn modelId="{4584EF12-B2E9-4021-AC5C-47EC917F60BE}" type="presParOf" srcId="{CC722A26-D0DF-404B-88B8-6019EB3DF935}" destId="{699509E1-F16D-44C6-B6E7-2BEAD51C6D80}" srcOrd="2" destOrd="0" presId="urn:microsoft.com/office/officeart/2018/5/layout/IconLeafLabelList"/>
    <dgm:cxn modelId="{54C3295C-B40B-44EE-8B66-87C4695842FF}" type="presParOf" srcId="{CC722A26-D0DF-404B-88B8-6019EB3DF935}" destId="{0E2DBF67-FBDE-4247-93E6-BB816391507D}" srcOrd="3" destOrd="0" presId="urn:microsoft.com/office/officeart/2018/5/layout/IconLeafLabelList"/>
    <dgm:cxn modelId="{DF8A576D-9BF7-4C7B-B4BD-639D562E92E8}" type="presParOf" srcId="{6AFFB7BB-3C29-4EEC-834A-2706B94219ED}" destId="{52505730-40B9-40FB-9DE5-26C2141CA65B}" srcOrd="3" destOrd="0" presId="urn:microsoft.com/office/officeart/2018/5/layout/IconLeafLabelList"/>
    <dgm:cxn modelId="{08EB82B4-8A1B-4556-8313-0FB47FCB9AA8}" type="presParOf" srcId="{6AFFB7BB-3C29-4EEC-834A-2706B94219ED}" destId="{7859A491-C82F-45C0-869B-E8BD4525D7AA}" srcOrd="4" destOrd="0" presId="urn:microsoft.com/office/officeart/2018/5/layout/IconLeafLabelList"/>
    <dgm:cxn modelId="{67547248-F6AB-43FD-9CEB-8B3DF16D8EC2}" type="presParOf" srcId="{7859A491-C82F-45C0-869B-E8BD4525D7AA}" destId="{50391B35-E718-4BA3-A788-5C383FEA6A2C}" srcOrd="0" destOrd="0" presId="urn:microsoft.com/office/officeart/2018/5/layout/IconLeafLabelList"/>
    <dgm:cxn modelId="{61969366-6A7C-4555-916F-500660A073AA}" type="presParOf" srcId="{7859A491-C82F-45C0-869B-E8BD4525D7AA}" destId="{3F2AE582-DE58-4458-BE6D-EC95DE41CCD2}" srcOrd="1" destOrd="0" presId="urn:microsoft.com/office/officeart/2018/5/layout/IconLeafLabelList"/>
    <dgm:cxn modelId="{48D9D800-3EF9-4905-9121-81A2A80EA90C}" type="presParOf" srcId="{7859A491-C82F-45C0-869B-E8BD4525D7AA}" destId="{2CDCE54D-3F56-4EB7-AD1B-BEA14A3F7330}" srcOrd="2" destOrd="0" presId="urn:microsoft.com/office/officeart/2018/5/layout/IconLeafLabelList"/>
    <dgm:cxn modelId="{4E748325-B465-40A0-B1C1-9FF218578810}" type="presParOf" srcId="{7859A491-C82F-45C0-869B-E8BD4525D7AA}" destId="{94916F21-E11E-40CD-8092-DD333A943706}" srcOrd="3" destOrd="0" presId="urn:microsoft.com/office/officeart/2018/5/layout/IconLeafLabelList"/>
    <dgm:cxn modelId="{12EF0500-9AEF-4A5B-88B2-08C360FF32A8}" type="presParOf" srcId="{6AFFB7BB-3C29-4EEC-834A-2706B94219ED}" destId="{44A75A99-99EE-4E9D-A48F-F64030F8BEE0}" srcOrd="5" destOrd="0" presId="urn:microsoft.com/office/officeart/2018/5/layout/IconLeafLabelList"/>
    <dgm:cxn modelId="{84D0BA63-2045-44B0-AC57-29926319321B}" type="presParOf" srcId="{6AFFB7BB-3C29-4EEC-834A-2706B94219ED}" destId="{5B7442F6-95A0-4DF8-8A4D-C1D5ECD9F03D}" srcOrd="6" destOrd="0" presId="urn:microsoft.com/office/officeart/2018/5/layout/IconLeafLabelList"/>
    <dgm:cxn modelId="{0EABFD84-AE58-4CE5-9B66-B3376502B8AF}" type="presParOf" srcId="{5B7442F6-95A0-4DF8-8A4D-C1D5ECD9F03D}" destId="{E9797E8B-A6C1-401A-A9E3-26E3EDDF2844}" srcOrd="0" destOrd="0" presId="urn:microsoft.com/office/officeart/2018/5/layout/IconLeafLabelList"/>
    <dgm:cxn modelId="{594EF991-CFBC-4D04-8822-77B00CC068C1}" type="presParOf" srcId="{5B7442F6-95A0-4DF8-8A4D-C1D5ECD9F03D}" destId="{5FD3420B-D401-486B-B690-1814ACFCBF9F}" srcOrd="1" destOrd="0" presId="urn:microsoft.com/office/officeart/2018/5/layout/IconLeafLabelList"/>
    <dgm:cxn modelId="{28DFD094-C6E6-4238-B53E-709316B606DC}" type="presParOf" srcId="{5B7442F6-95A0-4DF8-8A4D-C1D5ECD9F03D}" destId="{7E38353C-6118-4A9C-B983-07A1588D5D8C}" srcOrd="2" destOrd="0" presId="urn:microsoft.com/office/officeart/2018/5/layout/IconLeafLabelList"/>
    <dgm:cxn modelId="{55181174-9971-404C-A432-D36D4FB75530}" type="presParOf" srcId="{5B7442F6-95A0-4DF8-8A4D-C1D5ECD9F03D}" destId="{655CAA70-4FE2-48A9-833E-D755716D6DE6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AB27434-31EE-411A-8CD2-713374F6574D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319173DA-A37F-44F9-993B-B56CB90FDD20}">
      <dgm:prSet/>
      <dgm:spPr/>
      <dgm:t>
        <a:bodyPr/>
        <a:lstStyle/>
        <a:p>
          <a:r>
            <a:rPr lang="en-US"/>
            <a:t>BCrypt password hashing; JWT Bearer on protected routes</a:t>
          </a:r>
        </a:p>
      </dgm:t>
    </dgm:pt>
    <dgm:pt modelId="{45A1053E-B142-4508-B58B-5C6DF57D4D12}" type="parTrans" cxnId="{5AB4204E-53AE-412C-BB53-468C7F3E0EA7}">
      <dgm:prSet/>
      <dgm:spPr/>
      <dgm:t>
        <a:bodyPr/>
        <a:lstStyle/>
        <a:p>
          <a:endParaRPr lang="en-US"/>
        </a:p>
      </dgm:t>
    </dgm:pt>
    <dgm:pt modelId="{E2394C64-5934-48CD-96E4-687BA3FB6D37}" type="sibTrans" cxnId="{5AB4204E-53AE-412C-BB53-468C7F3E0EA7}">
      <dgm:prSet/>
      <dgm:spPr/>
      <dgm:t>
        <a:bodyPr/>
        <a:lstStyle/>
        <a:p>
          <a:endParaRPr lang="en-US"/>
        </a:p>
      </dgm:t>
    </dgm:pt>
    <dgm:pt modelId="{5388F297-B04A-4209-84BB-3B8088EE1F54}">
      <dgm:prSet/>
      <dgm:spPr/>
      <dgm:t>
        <a:bodyPr/>
        <a:lstStyle/>
        <a:p>
          <a:r>
            <a:rPr lang="en-US"/>
            <a:t>User-scoped data via /me endpoints and authorization</a:t>
          </a:r>
        </a:p>
      </dgm:t>
    </dgm:pt>
    <dgm:pt modelId="{9A589E56-858F-4575-8D96-EF7B28D751BB}" type="parTrans" cxnId="{288AC390-064D-4306-88FD-A71F788AA3A1}">
      <dgm:prSet/>
      <dgm:spPr/>
      <dgm:t>
        <a:bodyPr/>
        <a:lstStyle/>
        <a:p>
          <a:endParaRPr lang="en-US"/>
        </a:p>
      </dgm:t>
    </dgm:pt>
    <dgm:pt modelId="{0EED1E9D-40E7-42AD-B762-853968D7FF94}" type="sibTrans" cxnId="{288AC390-064D-4306-88FD-A71F788AA3A1}">
      <dgm:prSet/>
      <dgm:spPr/>
      <dgm:t>
        <a:bodyPr/>
        <a:lstStyle/>
        <a:p>
          <a:endParaRPr lang="en-US"/>
        </a:p>
      </dgm:t>
    </dgm:pt>
    <dgm:pt modelId="{425F8F56-2535-4184-BD37-D48DDCDEFB6E}">
      <dgm:prSet/>
      <dgm:spPr/>
      <dgm:t>
        <a:bodyPr/>
        <a:lstStyle/>
        <a:p>
          <a:r>
            <a:rPr lang="en-US"/>
            <a:t>DTOs, pagination, search, and sort on list endpoints</a:t>
          </a:r>
        </a:p>
      </dgm:t>
    </dgm:pt>
    <dgm:pt modelId="{DFE8BD92-566F-4DC6-89B0-6220F88BD9C3}" type="parTrans" cxnId="{7B2668C8-F6D6-4860-ACF9-C6E86794790E}">
      <dgm:prSet/>
      <dgm:spPr/>
      <dgm:t>
        <a:bodyPr/>
        <a:lstStyle/>
        <a:p>
          <a:endParaRPr lang="en-US"/>
        </a:p>
      </dgm:t>
    </dgm:pt>
    <dgm:pt modelId="{144A5F4E-3FD6-43EC-BE7A-39D05558882B}" type="sibTrans" cxnId="{7B2668C8-F6D6-4860-ACF9-C6E86794790E}">
      <dgm:prSet/>
      <dgm:spPr/>
      <dgm:t>
        <a:bodyPr/>
        <a:lstStyle/>
        <a:p>
          <a:endParaRPr lang="en-US"/>
        </a:p>
      </dgm:t>
    </dgm:pt>
    <dgm:pt modelId="{83395B27-BAB5-4C84-BFD7-7F8AC5BCB7AF}">
      <dgm:prSet/>
      <dgm:spPr/>
      <dgm:t>
        <a:bodyPr/>
        <a:lstStyle/>
        <a:p>
          <a:r>
            <a:rPr lang="en-US"/>
            <a:t>Secrets in backend/.env — not committed to git</a:t>
          </a:r>
        </a:p>
      </dgm:t>
    </dgm:pt>
    <dgm:pt modelId="{AAA10146-4258-45F3-91D8-65DD9ACB1F0D}" type="parTrans" cxnId="{6C19FB35-4FBB-419B-803F-9B69B0827530}">
      <dgm:prSet/>
      <dgm:spPr/>
      <dgm:t>
        <a:bodyPr/>
        <a:lstStyle/>
        <a:p>
          <a:endParaRPr lang="en-US"/>
        </a:p>
      </dgm:t>
    </dgm:pt>
    <dgm:pt modelId="{854D1CD2-46E8-4011-A294-62ABD84C55B3}" type="sibTrans" cxnId="{6C19FB35-4FBB-419B-803F-9B69B0827530}">
      <dgm:prSet/>
      <dgm:spPr/>
      <dgm:t>
        <a:bodyPr/>
        <a:lstStyle/>
        <a:p>
          <a:endParaRPr lang="en-US"/>
        </a:p>
      </dgm:t>
    </dgm:pt>
    <dgm:pt modelId="{0E4E170E-F375-40A6-B06E-C0A569864D36}" type="pres">
      <dgm:prSet presAssocID="{3AB27434-31EE-411A-8CD2-713374F6574D}" presName="root" presStyleCnt="0">
        <dgm:presLayoutVars>
          <dgm:dir/>
          <dgm:resizeHandles val="exact"/>
        </dgm:presLayoutVars>
      </dgm:prSet>
      <dgm:spPr/>
    </dgm:pt>
    <dgm:pt modelId="{D1E6441F-477F-4208-9EDC-C4BEC200428C}" type="pres">
      <dgm:prSet presAssocID="{3AB27434-31EE-411A-8CD2-713374F6574D}" presName="container" presStyleCnt="0">
        <dgm:presLayoutVars>
          <dgm:dir/>
          <dgm:resizeHandles val="exact"/>
        </dgm:presLayoutVars>
      </dgm:prSet>
      <dgm:spPr/>
    </dgm:pt>
    <dgm:pt modelId="{BB06AE45-5DCE-470E-B9C9-EED6E9914370}" type="pres">
      <dgm:prSet presAssocID="{319173DA-A37F-44F9-993B-B56CB90FDD20}" presName="compNode" presStyleCnt="0"/>
      <dgm:spPr/>
    </dgm:pt>
    <dgm:pt modelId="{6929184D-90B2-4CA0-80D7-B2BC95861FB3}" type="pres">
      <dgm:prSet presAssocID="{319173DA-A37F-44F9-993B-B56CB90FDD20}" presName="iconBgRect" presStyleLbl="bgShp" presStyleIdx="0" presStyleCnt="4"/>
      <dgm:spPr/>
    </dgm:pt>
    <dgm:pt modelId="{76044C0D-40C9-4D04-BB32-09143D7E1383}" type="pres">
      <dgm:prSet presAssocID="{319173DA-A37F-44F9-993B-B56CB90FDD20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ey"/>
        </a:ext>
      </dgm:extLst>
    </dgm:pt>
    <dgm:pt modelId="{E5D55855-6226-47DC-833C-0805739FEEEF}" type="pres">
      <dgm:prSet presAssocID="{319173DA-A37F-44F9-993B-B56CB90FDD20}" presName="spaceRect" presStyleCnt="0"/>
      <dgm:spPr/>
    </dgm:pt>
    <dgm:pt modelId="{F9083A76-97F0-4DC7-ACCC-D4140AEA9F6E}" type="pres">
      <dgm:prSet presAssocID="{319173DA-A37F-44F9-993B-B56CB90FDD20}" presName="textRect" presStyleLbl="revTx" presStyleIdx="0" presStyleCnt="4">
        <dgm:presLayoutVars>
          <dgm:chMax val="1"/>
          <dgm:chPref val="1"/>
        </dgm:presLayoutVars>
      </dgm:prSet>
      <dgm:spPr/>
    </dgm:pt>
    <dgm:pt modelId="{D1E8FD47-2F79-4528-AE25-E1F58A38C281}" type="pres">
      <dgm:prSet presAssocID="{E2394C64-5934-48CD-96E4-687BA3FB6D37}" presName="sibTrans" presStyleLbl="sibTrans2D1" presStyleIdx="0" presStyleCnt="0"/>
      <dgm:spPr/>
    </dgm:pt>
    <dgm:pt modelId="{1641102F-B384-4F99-AFBC-73F2244B3AD5}" type="pres">
      <dgm:prSet presAssocID="{5388F297-B04A-4209-84BB-3B8088EE1F54}" presName="compNode" presStyleCnt="0"/>
      <dgm:spPr/>
    </dgm:pt>
    <dgm:pt modelId="{5A69AB0E-8E05-463E-94D5-F92DAE383481}" type="pres">
      <dgm:prSet presAssocID="{5388F297-B04A-4209-84BB-3B8088EE1F54}" presName="iconBgRect" presStyleLbl="bgShp" presStyleIdx="1" presStyleCnt="4"/>
      <dgm:spPr/>
    </dgm:pt>
    <dgm:pt modelId="{19F403FE-924F-47EA-875B-5772ED994294}" type="pres">
      <dgm:prSet presAssocID="{5388F297-B04A-4209-84BB-3B8088EE1F54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mployee Badge"/>
        </a:ext>
      </dgm:extLst>
    </dgm:pt>
    <dgm:pt modelId="{506C3451-52C7-4E19-9308-3E39BCC5484C}" type="pres">
      <dgm:prSet presAssocID="{5388F297-B04A-4209-84BB-3B8088EE1F54}" presName="spaceRect" presStyleCnt="0"/>
      <dgm:spPr/>
    </dgm:pt>
    <dgm:pt modelId="{5CA8856E-BDC9-48BF-AAF1-31E91D9BCBCC}" type="pres">
      <dgm:prSet presAssocID="{5388F297-B04A-4209-84BB-3B8088EE1F54}" presName="textRect" presStyleLbl="revTx" presStyleIdx="1" presStyleCnt="4">
        <dgm:presLayoutVars>
          <dgm:chMax val="1"/>
          <dgm:chPref val="1"/>
        </dgm:presLayoutVars>
      </dgm:prSet>
      <dgm:spPr/>
    </dgm:pt>
    <dgm:pt modelId="{10E63FBE-86F1-4217-9CBA-017FC6392A4D}" type="pres">
      <dgm:prSet presAssocID="{0EED1E9D-40E7-42AD-B762-853968D7FF94}" presName="sibTrans" presStyleLbl="sibTrans2D1" presStyleIdx="0" presStyleCnt="0"/>
      <dgm:spPr/>
    </dgm:pt>
    <dgm:pt modelId="{069B7AD0-F00E-44FB-BD2C-F6FECB12D040}" type="pres">
      <dgm:prSet presAssocID="{425F8F56-2535-4184-BD37-D48DDCDEFB6E}" presName="compNode" presStyleCnt="0"/>
      <dgm:spPr/>
    </dgm:pt>
    <dgm:pt modelId="{10A5882E-3689-4E84-ACEE-DA0D27A689E4}" type="pres">
      <dgm:prSet presAssocID="{425F8F56-2535-4184-BD37-D48DDCDEFB6E}" presName="iconBgRect" presStyleLbl="bgShp" presStyleIdx="2" presStyleCnt="4"/>
      <dgm:spPr/>
    </dgm:pt>
    <dgm:pt modelId="{F3830B56-1D4F-4E78-8810-69F62A799AD7}" type="pres">
      <dgm:prSet presAssocID="{425F8F56-2535-4184-BD37-D48DDCDEFB6E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co"/>
        </a:ext>
      </dgm:extLst>
    </dgm:pt>
    <dgm:pt modelId="{5D0790E8-D840-456F-A0E5-75E0B74C0565}" type="pres">
      <dgm:prSet presAssocID="{425F8F56-2535-4184-BD37-D48DDCDEFB6E}" presName="spaceRect" presStyleCnt="0"/>
      <dgm:spPr/>
    </dgm:pt>
    <dgm:pt modelId="{5B643B2B-2637-4F26-B25E-DB051B404DB6}" type="pres">
      <dgm:prSet presAssocID="{425F8F56-2535-4184-BD37-D48DDCDEFB6E}" presName="textRect" presStyleLbl="revTx" presStyleIdx="2" presStyleCnt="4">
        <dgm:presLayoutVars>
          <dgm:chMax val="1"/>
          <dgm:chPref val="1"/>
        </dgm:presLayoutVars>
      </dgm:prSet>
      <dgm:spPr/>
    </dgm:pt>
    <dgm:pt modelId="{E3FE84FA-711B-400C-8431-D198B42BFD27}" type="pres">
      <dgm:prSet presAssocID="{144A5F4E-3FD6-43EC-BE7A-39D05558882B}" presName="sibTrans" presStyleLbl="sibTrans2D1" presStyleIdx="0" presStyleCnt="0"/>
      <dgm:spPr/>
    </dgm:pt>
    <dgm:pt modelId="{7701A4DF-313F-4FC6-A01F-4FF778654F97}" type="pres">
      <dgm:prSet presAssocID="{83395B27-BAB5-4C84-BFD7-7F8AC5BCB7AF}" presName="compNode" presStyleCnt="0"/>
      <dgm:spPr/>
    </dgm:pt>
    <dgm:pt modelId="{A0D319C8-9BB4-43E5-8BBF-373669122E66}" type="pres">
      <dgm:prSet presAssocID="{83395B27-BAB5-4C84-BFD7-7F8AC5BCB7AF}" presName="iconBgRect" presStyleLbl="bgShp" presStyleIdx="3" presStyleCnt="4"/>
      <dgm:spPr/>
    </dgm:pt>
    <dgm:pt modelId="{A803E10B-E433-48CF-9956-54AF2DFCD824}" type="pres">
      <dgm:prSet presAssocID="{83395B27-BAB5-4C84-BFD7-7F8AC5BCB7AF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106AFB34-8416-4708-ABFC-45D9B000EC57}" type="pres">
      <dgm:prSet presAssocID="{83395B27-BAB5-4C84-BFD7-7F8AC5BCB7AF}" presName="spaceRect" presStyleCnt="0"/>
      <dgm:spPr/>
    </dgm:pt>
    <dgm:pt modelId="{87E965D8-B9AB-4AB0-A2EC-34EBB4F48B21}" type="pres">
      <dgm:prSet presAssocID="{83395B27-BAB5-4C84-BFD7-7F8AC5BCB7AF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1756000F-24BC-4A60-9D9C-5FC730B88451}" type="presOf" srcId="{3AB27434-31EE-411A-8CD2-713374F6574D}" destId="{0E4E170E-F375-40A6-B06E-C0A569864D36}" srcOrd="0" destOrd="0" presId="urn:microsoft.com/office/officeart/2018/2/layout/IconCircleList"/>
    <dgm:cxn modelId="{6C19FB35-4FBB-419B-803F-9B69B0827530}" srcId="{3AB27434-31EE-411A-8CD2-713374F6574D}" destId="{83395B27-BAB5-4C84-BFD7-7F8AC5BCB7AF}" srcOrd="3" destOrd="0" parTransId="{AAA10146-4258-45F3-91D8-65DD9ACB1F0D}" sibTransId="{854D1CD2-46E8-4011-A294-62ABD84C55B3}"/>
    <dgm:cxn modelId="{7276F44D-2ED1-42DD-A845-29FF86BBF614}" type="presOf" srcId="{5388F297-B04A-4209-84BB-3B8088EE1F54}" destId="{5CA8856E-BDC9-48BF-AAF1-31E91D9BCBCC}" srcOrd="0" destOrd="0" presId="urn:microsoft.com/office/officeart/2018/2/layout/IconCircleList"/>
    <dgm:cxn modelId="{5AB4204E-53AE-412C-BB53-468C7F3E0EA7}" srcId="{3AB27434-31EE-411A-8CD2-713374F6574D}" destId="{319173DA-A37F-44F9-993B-B56CB90FDD20}" srcOrd="0" destOrd="0" parTransId="{45A1053E-B142-4508-B58B-5C6DF57D4D12}" sibTransId="{E2394C64-5934-48CD-96E4-687BA3FB6D37}"/>
    <dgm:cxn modelId="{294D7D7E-D0D2-4D4F-B221-DC1D28B56753}" type="presOf" srcId="{E2394C64-5934-48CD-96E4-687BA3FB6D37}" destId="{D1E8FD47-2F79-4528-AE25-E1F58A38C281}" srcOrd="0" destOrd="0" presId="urn:microsoft.com/office/officeart/2018/2/layout/IconCircleList"/>
    <dgm:cxn modelId="{288AC390-064D-4306-88FD-A71F788AA3A1}" srcId="{3AB27434-31EE-411A-8CD2-713374F6574D}" destId="{5388F297-B04A-4209-84BB-3B8088EE1F54}" srcOrd="1" destOrd="0" parTransId="{9A589E56-858F-4575-8D96-EF7B28D751BB}" sibTransId="{0EED1E9D-40E7-42AD-B762-853968D7FF94}"/>
    <dgm:cxn modelId="{F9B5129C-C694-4171-8BC0-7E9F2DE5107D}" type="presOf" srcId="{83395B27-BAB5-4C84-BFD7-7F8AC5BCB7AF}" destId="{87E965D8-B9AB-4AB0-A2EC-34EBB4F48B21}" srcOrd="0" destOrd="0" presId="urn:microsoft.com/office/officeart/2018/2/layout/IconCircleList"/>
    <dgm:cxn modelId="{7B2668C8-F6D6-4860-ACF9-C6E86794790E}" srcId="{3AB27434-31EE-411A-8CD2-713374F6574D}" destId="{425F8F56-2535-4184-BD37-D48DDCDEFB6E}" srcOrd="2" destOrd="0" parTransId="{DFE8BD92-566F-4DC6-89B0-6220F88BD9C3}" sibTransId="{144A5F4E-3FD6-43EC-BE7A-39D05558882B}"/>
    <dgm:cxn modelId="{0672CAD2-F821-459D-9657-F22EA27CC0EC}" type="presOf" srcId="{425F8F56-2535-4184-BD37-D48DDCDEFB6E}" destId="{5B643B2B-2637-4F26-B25E-DB051B404DB6}" srcOrd="0" destOrd="0" presId="urn:microsoft.com/office/officeart/2018/2/layout/IconCircleList"/>
    <dgm:cxn modelId="{DF3171EC-EDFF-4505-85FC-7CD5685E36B0}" type="presOf" srcId="{319173DA-A37F-44F9-993B-B56CB90FDD20}" destId="{F9083A76-97F0-4DC7-ACCC-D4140AEA9F6E}" srcOrd="0" destOrd="0" presId="urn:microsoft.com/office/officeart/2018/2/layout/IconCircleList"/>
    <dgm:cxn modelId="{737588FB-3031-4825-8286-412D10B590E7}" type="presOf" srcId="{0EED1E9D-40E7-42AD-B762-853968D7FF94}" destId="{10E63FBE-86F1-4217-9CBA-017FC6392A4D}" srcOrd="0" destOrd="0" presId="urn:microsoft.com/office/officeart/2018/2/layout/IconCircleList"/>
    <dgm:cxn modelId="{83832FFF-ADE8-4EA6-9C84-C925C85E0E4B}" type="presOf" srcId="{144A5F4E-3FD6-43EC-BE7A-39D05558882B}" destId="{E3FE84FA-711B-400C-8431-D198B42BFD27}" srcOrd="0" destOrd="0" presId="urn:microsoft.com/office/officeart/2018/2/layout/IconCircleList"/>
    <dgm:cxn modelId="{BA4D6015-2223-4990-BCD9-30CDDE86DF3F}" type="presParOf" srcId="{0E4E170E-F375-40A6-B06E-C0A569864D36}" destId="{D1E6441F-477F-4208-9EDC-C4BEC200428C}" srcOrd="0" destOrd="0" presId="urn:microsoft.com/office/officeart/2018/2/layout/IconCircleList"/>
    <dgm:cxn modelId="{CDC2D6F1-D5BE-4807-A947-323F334187B6}" type="presParOf" srcId="{D1E6441F-477F-4208-9EDC-C4BEC200428C}" destId="{BB06AE45-5DCE-470E-B9C9-EED6E9914370}" srcOrd="0" destOrd="0" presId="urn:microsoft.com/office/officeart/2018/2/layout/IconCircleList"/>
    <dgm:cxn modelId="{44B284FE-7D58-4D4F-BBFA-B3A4804EEDF0}" type="presParOf" srcId="{BB06AE45-5DCE-470E-B9C9-EED6E9914370}" destId="{6929184D-90B2-4CA0-80D7-B2BC95861FB3}" srcOrd="0" destOrd="0" presId="urn:microsoft.com/office/officeart/2018/2/layout/IconCircleList"/>
    <dgm:cxn modelId="{9D06810A-2397-4099-8FB1-A99F0E30BFBB}" type="presParOf" srcId="{BB06AE45-5DCE-470E-B9C9-EED6E9914370}" destId="{76044C0D-40C9-4D04-BB32-09143D7E1383}" srcOrd="1" destOrd="0" presId="urn:microsoft.com/office/officeart/2018/2/layout/IconCircleList"/>
    <dgm:cxn modelId="{AB369375-9923-4C39-887C-83D8CC635980}" type="presParOf" srcId="{BB06AE45-5DCE-470E-B9C9-EED6E9914370}" destId="{E5D55855-6226-47DC-833C-0805739FEEEF}" srcOrd="2" destOrd="0" presId="urn:microsoft.com/office/officeart/2018/2/layout/IconCircleList"/>
    <dgm:cxn modelId="{15EA1ED8-555B-4663-94FF-E63A2150E51B}" type="presParOf" srcId="{BB06AE45-5DCE-470E-B9C9-EED6E9914370}" destId="{F9083A76-97F0-4DC7-ACCC-D4140AEA9F6E}" srcOrd="3" destOrd="0" presId="urn:microsoft.com/office/officeart/2018/2/layout/IconCircleList"/>
    <dgm:cxn modelId="{B20BC5CD-469D-4B59-89AB-25E88447B5FB}" type="presParOf" srcId="{D1E6441F-477F-4208-9EDC-C4BEC200428C}" destId="{D1E8FD47-2F79-4528-AE25-E1F58A38C281}" srcOrd="1" destOrd="0" presId="urn:microsoft.com/office/officeart/2018/2/layout/IconCircleList"/>
    <dgm:cxn modelId="{F24E82AC-548E-4858-9264-EDB92EC47E50}" type="presParOf" srcId="{D1E6441F-477F-4208-9EDC-C4BEC200428C}" destId="{1641102F-B384-4F99-AFBC-73F2244B3AD5}" srcOrd="2" destOrd="0" presId="urn:microsoft.com/office/officeart/2018/2/layout/IconCircleList"/>
    <dgm:cxn modelId="{0C73C2FB-8E73-4D36-A931-1B4DB7DB7C7D}" type="presParOf" srcId="{1641102F-B384-4F99-AFBC-73F2244B3AD5}" destId="{5A69AB0E-8E05-463E-94D5-F92DAE383481}" srcOrd="0" destOrd="0" presId="urn:microsoft.com/office/officeart/2018/2/layout/IconCircleList"/>
    <dgm:cxn modelId="{5AFC9C54-9353-4B21-99F4-C6AD0FCA64E8}" type="presParOf" srcId="{1641102F-B384-4F99-AFBC-73F2244B3AD5}" destId="{19F403FE-924F-47EA-875B-5772ED994294}" srcOrd="1" destOrd="0" presId="urn:microsoft.com/office/officeart/2018/2/layout/IconCircleList"/>
    <dgm:cxn modelId="{BBE37649-0879-4131-B4FA-FCA8B881AC43}" type="presParOf" srcId="{1641102F-B384-4F99-AFBC-73F2244B3AD5}" destId="{506C3451-52C7-4E19-9308-3E39BCC5484C}" srcOrd="2" destOrd="0" presId="urn:microsoft.com/office/officeart/2018/2/layout/IconCircleList"/>
    <dgm:cxn modelId="{D027DFCE-C368-4D78-BC2C-E2762B13680D}" type="presParOf" srcId="{1641102F-B384-4F99-AFBC-73F2244B3AD5}" destId="{5CA8856E-BDC9-48BF-AAF1-31E91D9BCBCC}" srcOrd="3" destOrd="0" presId="urn:microsoft.com/office/officeart/2018/2/layout/IconCircleList"/>
    <dgm:cxn modelId="{31F350D7-CAB2-43FE-9CF8-3FDA95212C8D}" type="presParOf" srcId="{D1E6441F-477F-4208-9EDC-C4BEC200428C}" destId="{10E63FBE-86F1-4217-9CBA-017FC6392A4D}" srcOrd="3" destOrd="0" presId="urn:microsoft.com/office/officeart/2018/2/layout/IconCircleList"/>
    <dgm:cxn modelId="{3AC1DDE0-C784-45A1-8B7B-7F93CDD24DF0}" type="presParOf" srcId="{D1E6441F-477F-4208-9EDC-C4BEC200428C}" destId="{069B7AD0-F00E-44FB-BD2C-F6FECB12D040}" srcOrd="4" destOrd="0" presId="urn:microsoft.com/office/officeart/2018/2/layout/IconCircleList"/>
    <dgm:cxn modelId="{F486161A-717A-4F55-BAE5-529C21F328F6}" type="presParOf" srcId="{069B7AD0-F00E-44FB-BD2C-F6FECB12D040}" destId="{10A5882E-3689-4E84-ACEE-DA0D27A689E4}" srcOrd="0" destOrd="0" presId="urn:microsoft.com/office/officeart/2018/2/layout/IconCircleList"/>
    <dgm:cxn modelId="{CE3E5546-893E-415C-A1BD-8B1023706280}" type="presParOf" srcId="{069B7AD0-F00E-44FB-BD2C-F6FECB12D040}" destId="{F3830B56-1D4F-4E78-8810-69F62A799AD7}" srcOrd="1" destOrd="0" presId="urn:microsoft.com/office/officeart/2018/2/layout/IconCircleList"/>
    <dgm:cxn modelId="{2C50A10A-6256-4E08-879B-985E3F4F8CD1}" type="presParOf" srcId="{069B7AD0-F00E-44FB-BD2C-F6FECB12D040}" destId="{5D0790E8-D840-456F-A0E5-75E0B74C0565}" srcOrd="2" destOrd="0" presId="urn:microsoft.com/office/officeart/2018/2/layout/IconCircleList"/>
    <dgm:cxn modelId="{2C675C19-0686-4DB5-82D1-0FFAA2DC539F}" type="presParOf" srcId="{069B7AD0-F00E-44FB-BD2C-F6FECB12D040}" destId="{5B643B2B-2637-4F26-B25E-DB051B404DB6}" srcOrd="3" destOrd="0" presId="urn:microsoft.com/office/officeart/2018/2/layout/IconCircleList"/>
    <dgm:cxn modelId="{97321ABD-93FB-4C05-B916-9FFD240427E1}" type="presParOf" srcId="{D1E6441F-477F-4208-9EDC-C4BEC200428C}" destId="{E3FE84FA-711B-400C-8431-D198B42BFD27}" srcOrd="5" destOrd="0" presId="urn:microsoft.com/office/officeart/2018/2/layout/IconCircleList"/>
    <dgm:cxn modelId="{8E8ECD1A-CF17-4E59-94E1-30FD144B82BB}" type="presParOf" srcId="{D1E6441F-477F-4208-9EDC-C4BEC200428C}" destId="{7701A4DF-313F-4FC6-A01F-4FF778654F97}" srcOrd="6" destOrd="0" presId="urn:microsoft.com/office/officeart/2018/2/layout/IconCircleList"/>
    <dgm:cxn modelId="{DDB886AD-8DE7-453B-9AAC-4EA3DFECB681}" type="presParOf" srcId="{7701A4DF-313F-4FC6-A01F-4FF778654F97}" destId="{A0D319C8-9BB4-43E5-8BBF-373669122E66}" srcOrd="0" destOrd="0" presId="urn:microsoft.com/office/officeart/2018/2/layout/IconCircleList"/>
    <dgm:cxn modelId="{2228723D-EC77-4FB6-87C7-869AF8910F69}" type="presParOf" srcId="{7701A4DF-313F-4FC6-A01F-4FF778654F97}" destId="{A803E10B-E433-48CF-9956-54AF2DFCD824}" srcOrd="1" destOrd="0" presId="urn:microsoft.com/office/officeart/2018/2/layout/IconCircleList"/>
    <dgm:cxn modelId="{B78BEA3F-20DE-42CC-B9B7-61E9EDC7E45B}" type="presParOf" srcId="{7701A4DF-313F-4FC6-A01F-4FF778654F97}" destId="{106AFB34-8416-4708-ABFC-45D9B000EC57}" srcOrd="2" destOrd="0" presId="urn:microsoft.com/office/officeart/2018/2/layout/IconCircleList"/>
    <dgm:cxn modelId="{DFB44485-FB7F-4E8D-BF0F-B071B3E74B28}" type="presParOf" srcId="{7701A4DF-313F-4FC6-A01F-4FF778654F97}" destId="{87E965D8-B9AB-4AB0-A2EC-34EBB4F48B21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28F38BB-06B0-4C39-8DD5-236D7FB5E8C3}" type="doc">
      <dgm:prSet loTypeId="urn:microsoft.com/office/officeart/2005/8/layout/matrix3" loCatId="matrix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F847C657-0A73-4A6B-A89A-7BBB30638565}">
      <dgm:prSet/>
      <dgm:spPr/>
      <dgm:t>
        <a:bodyPr/>
        <a:lstStyle/>
        <a:p>
          <a:r>
            <a:rPr lang="en-US"/>
            <a:t>Jenkins (CI/CD server): runs our build pipeline automatically on each trigger</a:t>
          </a:r>
        </a:p>
      </dgm:t>
    </dgm:pt>
    <dgm:pt modelId="{7441B0D9-E097-40A8-8676-2193A002CD52}" type="parTrans" cxnId="{01A4D551-E22E-4F62-87F1-C84291B67C5E}">
      <dgm:prSet/>
      <dgm:spPr/>
      <dgm:t>
        <a:bodyPr/>
        <a:lstStyle/>
        <a:p>
          <a:endParaRPr lang="en-US"/>
        </a:p>
      </dgm:t>
    </dgm:pt>
    <dgm:pt modelId="{C658F671-54A0-4680-B1E5-D02866393CB1}" type="sibTrans" cxnId="{01A4D551-E22E-4F62-87F1-C84291B67C5E}">
      <dgm:prSet/>
      <dgm:spPr/>
      <dgm:t>
        <a:bodyPr/>
        <a:lstStyle/>
        <a:p>
          <a:endParaRPr lang="en-US"/>
        </a:p>
      </dgm:t>
    </dgm:pt>
    <dgm:pt modelId="{A31CA71E-3C3A-4512-84CA-A6A5BFB9E0D8}">
      <dgm:prSet/>
      <dgm:spPr/>
      <dgm:t>
        <a:bodyPr/>
        <a:lstStyle/>
        <a:p>
          <a:r>
            <a:rPr lang="en-US"/>
            <a:t>Not using GitHub Actions — the full pipeline is on a Linode server</a:t>
          </a:r>
        </a:p>
      </dgm:t>
    </dgm:pt>
    <dgm:pt modelId="{A3D0A764-84A7-4801-AE26-4147FB31C702}" type="parTrans" cxnId="{920F4039-2907-4452-8968-B4175021B142}">
      <dgm:prSet/>
      <dgm:spPr/>
      <dgm:t>
        <a:bodyPr/>
        <a:lstStyle/>
        <a:p>
          <a:endParaRPr lang="en-US"/>
        </a:p>
      </dgm:t>
    </dgm:pt>
    <dgm:pt modelId="{EC5983A0-D650-422F-BEEC-5497305F07ED}" type="sibTrans" cxnId="{920F4039-2907-4452-8968-B4175021B142}">
      <dgm:prSet/>
      <dgm:spPr/>
      <dgm:t>
        <a:bodyPr/>
        <a:lstStyle/>
        <a:p>
          <a:endParaRPr lang="en-US"/>
        </a:p>
      </dgm:t>
    </dgm:pt>
    <dgm:pt modelId="{7770DABE-99D3-4431-9FBE-D5F44F2FA9DE}">
      <dgm:prSet/>
      <dgm:spPr/>
      <dgm:t>
        <a:bodyPr/>
        <a:lstStyle/>
        <a:p>
          <a:r>
            <a:rPr lang="en-US"/>
            <a:t>Pipeline defined in backend/Jenkinsfile — version-controlled like app code</a:t>
          </a:r>
        </a:p>
      </dgm:t>
    </dgm:pt>
    <dgm:pt modelId="{8E1F394F-05ED-43EB-BC3B-75C9B46A810B}" type="parTrans" cxnId="{7BF611E8-B649-4BB7-A791-29DB3862AB90}">
      <dgm:prSet/>
      <dgm:spPr/>
      <dgm:t>
        <a:bodyPr/>
        <a:lstStyle/>
        <a:p>
          <a:endParaRPr lang="en-US"/>
        </a:p>
      </dgm:t>
    </dgm:pt>
    <dgm:pt modelId="{B87461D7-B6FD-47A1-B744-6844C271BA80}" type="sibTrans" cxnId="{7BF611E8-B649-4BB7-A791-29DB3862AB90}">
      <dgm:prSet/>
      <dgm:spPr/>
      <dgm:t>
        <a:bodyPr/>
        <a:lstStyle/>
        <a:p>
          <a:endParaRPr lang="en-US"/>
        </a:p>
      </dgm:t>
    </dgm:pt>
    <dgm:pt modelId="{C9962269-5A2D-457E-B029-49BBC98C708F}">
      <dgm:prSet/>
      <dgm:spPr/>
      <dgm:t>
        <a:bodyPr/>
        <a:lstStyle/>
        <a:p>
          <a:r>
            <a:rPr lang="en-US"/>
            <a:t>Every successful run deploys to production — quality and security checks run first</a:t>
          </a:r>
        </a:p>
      </dgm:t>
    </dgm:pt>
    <dgm:pt modelId="{8B13F06F-E5E6-40DE-AC0F-9CDB226F6FB6}" type="parTrans" cxnId="{E8E878C1-31E6-46C6-8F17-31417C079D7E}">
      <dgm:prSet/>
      <dgm:spPr/>
      <dgm:t>
        <a:bodyPr/>
        <a:lstStyle/>
        <a:p>
          <a:endParaRPr lang="en-US"/>
        </a:p>
      </dgm:t>
    </dgm:pt>
    <dgm:pt modelId="{52012E64-027A-4BE7-898C-51155EA8929A}" type="sibTrans" cxnId="{E8E878C1-31E6-46C6-8F17-31417C079D7E}">
      <dgm:prSet/>
      <dgm:spPr/>
      <dgm:t>
        <a:bodyPr/>
        <a:lstStyle/>
        <a:p>
          <a:endParaRPr lang="en-US"/>
        </a:p>
      </dgm:t>
    </dgm:pt>
    <dgm:pt modelId="{0632F2E5-982B-9445-BD6D-02A4154BCACF}" type="pres">
      <dgm:prSet presAssocID="{F28F38BB-06B0-4C39-8DD5-236D7FB5E8C3}" presName="matrix" presStyleCnt="0">
        <dgm:presLayoutVars>
          <dgm:chMax val="1"/>
          <dgm:dir/>
          <dgm:resizeHandles val="exact"/>
        </dgm:presLayoutVars>
      </dgm:prSet>
      <dgm:spPr/>
    </dgm:pt>
    <dgm:pt modelId="{3D8CD2DE-935A-F541-9A87-D1A99857DD54}" type="pres">
      <dgm:prSet presAssocID="{F28F38BB-06B0-4C39-8DD5-236D7FB5E8C3}" presName="diamond" presStyleLbl="bgShp" presStyleIdx="0" presStyleCnt="1"/>
      <dgm:spPr/>
    </dgm:pt>
    <dgm:pt modelId="{8D9EEA64-2D5D-A244-BBB8-CFECF27E4D0E}" type="pres">
      <dgm:prSet presAssocID="{F28F38BB-06B0-4C39-8DD5-236D7FB5E8C3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95EBB9D0-A622-7C48-81BA-128AAF8968CB}" type="pres">
      <dgm:prSet presAssocID="{F28F38BB-06B0-4C39-8DD5-236D7FB5E8C3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B7EB5B71-2284-D746-847F-49645A08799B}" type="pres">
      <dgm:prSet presAssocID="{F28F38BB-06B0-4C39-8DD5-236D7FB5E8C3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4D275D0C-F351-164A-965A-95C983B82967}" type="pres">
      <dgm:prSet presAssocID="{F28F38BB-06B0-4C39-8DD5-236D7FB5E8C3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920F4039-2907-4452-8968-B4175021B142}" srcId="{F28F38BB-06B0-4C39-8DD5-236D7FB5E8C3}" destId="{A31CA71E-3C3A-4512-84CA-A6A5BFB9E0D8}" srcOrd="1" destOrd="0" parTransId="{A3D0A764-84A7-4801-AE26-4147FB31C702}" sibTransId="{EC5983A0-D650-422F-BEEC-5497305F07ED}"/>
    <dgm:cxn modelId="{01A4D551-E22E-4F62-87F1-C84291B67C5E}" srcId="{F28F38BB-06B0-4C39-8DD5-236D7FB5E8C3}" destId="{F847C657-0A73-4A6B-A89A-7BBB30638565}" srcOrd="0" destOrd="0" parTransId="{7441B0D9-E097-40A8-8676-2193A002CD52}" sibTransId="{C658F671-54A0-4680-B1E5-D02866393CB1}"/>
    <dgm:cxn modelId="{38756F67-36D7-DE46-978F-70423D03CEC9}" type="presOf" srcId="{C9962269-5A2D-457E-B029-49BBC98C708F}" destId="{4D275D0C-F351-164A-965A-95C983B82967}" srcOrd="0" destOrd="0" presId="urn:microsoft.com/office/officeart/2005/8/layout/matrix3"/>
    <dgm:cxn modelId="{A77EC96C-9A54-2645-B768-A196F4824D82}" type="presOf" srcId="{7770DABE-99D3-4431-9FBE-D5F44F2FA9DE}" destId="{B7EB5B71-2284-D746-847F-49645A08799B}" srcOrd="0" destOrd="0" presId="urn:microsoft.com/office/officeart/2005/8/layout/matrix3"/>
    <dgm:cxn modelId="{E8E878C1-31E6-46C6-8F17-31417C079D7E}" srcId="{F28F38BB-06B0-4C39-8DD5-236D7FB5E8C3}" destId="{C9962269-5A2D-457E-B029-49BBC98C708F}" srcOrd="3" destOrd="0" parTransId="{8B13F06F-E5E6-40DE-AC0F-9CDB226F6FB6}" sibTransId="{52012E64-027A-4BE7-898C-51155EA8929A}"/>
    <dgm:cxn modelId="{11F8BCC2-5C63-814B-9F10-4FB820336807}" type="presOf" srcId="{F28F38BB-06B0-4C39-8DD5-236D7FB5E8C3}" destId="{0632F2E5-982B-9445-BD6D-02A4154BCACF}" srcOrd="0" destOrd="0" presId="urn:microsoft.com/office/officeart/2005/8/layout/matrix3"/>
    <dgm:cxn modelId="{A00DC3D5-EB03-1E4B-8A0E-E2CD5213779F}" type="presOf" srcId="{A31CA71E-3C3A-4512-84CA-A6A5BFB9E0D8}" destId="{95EBB9D0-A622-7C48-81BA-128AAF8968CB}" srcOrd="0" destOrd="0" presId="urn:microsoft.com/office/officeart/2005/8/layout/matrix3"/>
    <dgm:cxn modelId="{7F3E6DE4-C70F-CC44-A931-2D3AC81E0F10}" type="presOf" srcId="{F847C657-0A73-4A6B-A89A-7BBB30638565}" destId="{8D9EEA64-2D5D-A244-BBB8-CFECF27E4D0E}" srcOrd="0" destOrd="0" presId="urn:microsoft.com/office/officeart/2005/8/layout/matrix3"/>
    <dgm:cxn modelId="{7BF611E8-B649-4BB7-A791-29DB3862AB90}" srcId="{F28F38BB-06B0-4C39-8DD5-236D7FB5E8C3}" destId="{7770DABE-99D3-4431-9FBE-D5F44F2FA9DE}" srcOrd="2" destOrd="0" parTransId="{8E1F394F-05ED-43EB-BC3B-75C9B46A810B}" sibTransId="{B87461D7-B6FD-47A1-B744-6844C271BA80}"/>
    <dgm:cxn modelId="{41A57BE3-2D61-624B-844A-EF3085E0D1EC}" type="presParOf" srcId="{0632F2E5-982B-9445-BD6D-02A4154BCACF}" destId="{3D8CD2DE-935A-F541-9A87-D1A99857DD54}" srcOrd="0" destOrd="0" presId="urn:microsoft.com/office/officeart/2005/8/layout/matrix3"/>
    <dgm:cxn modelId="{73C7F4C4-0D78-354B-89A6-5E1D07D94BC0}" type="presParOf" srcId="{0632F2E5-982B-9445-BD6D-02A4154BCACF}" destId="{8D9EEA64-2D5D-A244-BBB8-CFECF27E4D0E}" srcOrd="1" destOrd="0" presId="urn:microsoft.com/office/officeart/2005/8/layout/matrix3"/>
    <dgm:cxn modelId="{E13F40F2-E801-4241-AB94-71C73BFEA154}" type="presParOf" srcId="{0632F2E5-982B-9445-BD6D-02A4154BCACF}" destId="{95EBB9D0-A622-7C48-81BA-128AAF8968CB}" srcOrd="2" destOrd="0" presId="urn:microsoft.com/office/officeart/2005/8/layout/matrix3"/>
    <dgm:cxn modelId="{E5ECA766-DAAF-8246-BDA7-7B3815FA2A14}" type="presParOf" srcId="{0632F2E5-982B-9445-BD6D-02A4154BCACF}" destId="{B7EB5B71-2284-D746-847F-49645A08799B}" srcOrd="3" destOrd="0" presId="urn:microsoft.com/office/officeart/2005/8/layout/matrix3"/>
    <dgm:cxn modelId="{3B4D8718-188E-5A40-AC07-9C9068D3C394}" type="presParOf" srcId="{0632F2E5-982B-9445-BD6D-02A4154BCACF}" destId="{4D275D0C-F351-164A-965A-95C983B82967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EF7BB947-AA17-4735-9C6C-A166DB4CF876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accent3_2" csCatId="accent3" phldr="1"/>
      <dgm:spPr/>
      <dgm:t>
        <a:bodyPr/>
        <a:lstStyle/>
        <a:p>
          <a:endParaRPr lang="en-US"/>
        </a:p>
      </dgm:t>
    </dgm:pt>
    <dgm:pt modelId="{198DC374-5BC4-4DAF-B9D9-F8F8FFCB6D2A}">
      <dgm:prSet/>
      <dgm:spPr/>
      <dgm:t>
        <a:bodyPr/>
        <a:lstStyle/>
        <a:p>
          <a:r>
            <a:rPr lang="en-US"/>
            <a:t>Linode: cloud Linux server — hosts the live app and Jenkins build agent</a:t>
          </a:r>
        </a:p>
      </dgm:t>
    </dgm:pt>
    <dgm:pt modelId="{2645E496-54CD-4FD4-8303-1C574CC659BA}" type="parTrans" cxnId="{7362804F-0A29-4191-BF4E-D72A4C03F665}">
      <dgm:prSet/>
      <dgm:spPr/>
      <dgm:t>
        <a:bodyPr/>
        <a:lstStyle/>
        <a:p>
          <a:endParaRPr lang="en-US"/>
        </a:p>
      </dgm:t>
    </dgm:pt>
    <dgm:pt modelId="{797CB7B5-CC5D-4A3C-BC65-68FDB01D83E9}" type="sibTrans" cxnId="{7362804F-0A29-4191-BF4E-D72A4C03F665}">
      <dgm:prSet/>
      <dgm:spPr/>
      <dgm:t>
        <a:bodyPr/>
        <a:lstStyle/>
        <a:p>
          <a:endParaRPr lang="en-US"/>
        </a:p>
      </dgm:t>
    </dgm:pt>
    <dgm:pt modelId="{CD814FBA-767E-4484-AB07-0DD66CB8BAE6}">
      <dgm:prSet/>
      <dgm:spPr/>
      <dgm:t>
        <a:bodyPr/>
        <a:lstStyle/>
        <a:p>
          <a:r>
            <a:rPr lang="en-US"/>
            <a:t>Jenkins agent: worker that runs pipeline steps (needs Docker installed)</a:t>
          </a:r>
        </a:p>
      </dgm:t>
    </dgm:pt>
    <dgm:pt modelId="{095C7CDD-A0C8-43DB-94F4-1F4189513301}" type="parTrans" cxnId="{031159C9-A202-4597-98A9-73980569195C}">
      <dgm:prSet/>
      <dgm:spPr/>
      <dgm:t>
        <a:bodyPr/>
        <a:lstStyle/>
        <a:p>
          <a:endParaRPr lang="en-US"/>
        </a:p>
      </dgm:t>
    </dgm:pt>
    <dgm:pt modelId="{3C8A622E-80CF-45A0-9F95-740687AAA51D}" type="sibTrans" cxnId="{031159C9-A202-4597-98A9-73980569195C}">
      <dgm:prSet/>
      <dgm:spPr/>
      <dgm:t>
        <a:bodyPr/>
        <a:lstStyle/>
        <a:p>
          <a:endParaRPr lang="en-US"/>
        </a:p>
      </dgm:t>
    </dgm:pt>
    <dgm:pt modelId="{8A99F931-E3A7-441B-A74F-C2DBA2A39198}">
      <dgm:prSet/>
      <dgm:spPr/>
      <dgm:t>
        <a:bodyPr/>
        <a:lstStyle/>
        <a:p>
          <a:r>
            <a:rPr lang="en-US"/>
            <a:t>One-time setup scripts install Docker, .NET 8, Node 20, and nginx</a:t>
          </a:r>
        </a:p>
      </dgm:t>
    </dgm:pt>
    <dgm:pt modelId="{2C587A71-2FA6-418B-B03A-C77ABE9269ED}" type="parTrans" cxnId="{A00D5133-B3F5-4163-AC6B-60B76AA463B6}">
      <dgm:prSet/>
      <dgm:spPr/>
      <dgm:t>
        <a:bodyPr/>
        <a:lstStyle/>
        <a:p>
          <a:endParaRPr lang="en-US"/>
        </a:p>
      </dgm:t>
    </dgm:pt>
    <dgm:pt modelId="{F66FCE64-E608-416E-98C6-FC187CF2B43E}" type="sibTrans" cxnId="{A00D5133-B3F5-4163-AC6B-60B76AA463B6}">
      <dgm:prSet/>
      <dgm:spPr/>
      <dgm:t>
        <a:bodyPr/>
        <a:lstStyle/>
        <a:p>
          <a:endParaRPr lang="en-US"/>
        </a:p>
      </dgm:t>
    </dgm:pt>
    <dgm:pt modelId="{81961804-3FD6-4810-AE9A-CCF933D073D3}">
      <dgm:prSet/>
      <dgm:spPr/>
      <dgm:t>
        <a:bodyPr/>
        <a:lstStyle/>
        <a:p>
          <a:r>
            <a:rPr lang="en-US"/>
            <a:t>GitHub: stores source code; Jenkins clones main branch every build</a:t>
          </a:r>
        </a:p>
      </dgm:t>
    </dgm:pt>
    <dgm:pt modelId="{45C127D6-5E5A-40ED-980A-922C548A4621}" type="parTrans" cxnId="{BEB5E6B7-8CDD-44E5-8CA7-F642D4DDB498}">
      <dgm:prSet/>
      <dgm:spPr/>
      <dgm:t>
        <a:bodyPr/>
        <a:lstStyle/>
        <a:p>
          <a:endParaRPr lang="en-US"/>
        </a:p>
      </dgm:t>
    </dgm:pt>
    <dgm:pt modelId="{40AB90BE-1CF7-4DA0-BDFD-2EB6B366AF51}" type="sibTrans" cxnId="{BEB5E6B7-8CDD-44E5-8CA7-F642D4DDB498}">
      <dgm:prSet/>
      <dgm:spPr/>
      <dgm:t>
        <a:bodyPr/>
        <a:lstStyle/>
        <a:p>
          <a:endParaRPr lang="en-US"/>
        </a:p>
      </dgm:t>
    </dgm:pt>
    <dgm:pt modelId="{3B19BE2B-475D-4F57-8444-A438F61E4183}">
      <dgm:prSet/>
      <dgm:spPr/>
      <dgm:t>
        <a:bodyPr/>
        <a:lstStyle/>
        <a:p>
          <a:r>
            <a:rPr lang="en-US"/>
            <a:t>GitHub → Jenkins → Linode agent (build, scan, and deploy on same machine)</a:t>
          </a:r>
        </a:p>
      </dgm:t>
    </dgm:pt>
    <dgm:pt modelId="{CDADBAC0-1E7C-4B61-9A4F-6B349C7639E9}" type="parTrans" cxnId="{CC3E62CA-1A1C-42AE-8F23-9F0F5F9AF4AC}">
      <dgm:prSet/>
      <dgm:spPr/>
      <dgm:t>
        <a:bodyPr/>
        <a:lstStyle/>
        <a:p>
          <a:endParaRPr lang="en-US"/>
        </a:p>
      </dgm:t>
    </dgm:pt>
    <dgm:pt modelId="{1B99D5B6-44E6-4A4A-9974-D0094CC09828}" type="sibTrans" cxnId="{CC3E62CA-1A1C-42AE-8F23-9F0F5F9AF4AC}">
      <dgm:prSet/>
      <dgm:spPr/>
      <dgm:t>
        <a:bodyPr/>
        <a:lstStyle/>
        <a:p>
          <a:endParaRPr lang="en-US"/>
        </a:p>
      </dgm:t>
    </dgm:pt>
    <dgm:pt modelId="{3A918D56-4A51-4413-84C1-65F6E0884CAC}" type="pres">
      <dgm:prSet presAssocID="{EF7BB947-AA17-4735-9C6C-A166DB4CF876}" presName="root" presStyleCnt="0">
        <dgm:presLayoutVars>
          <dgm:dir/>
          <dgm:resizeHandles val="exact"/>
        </dgm:presLayoutVars>
      </dgm:prSet>
      <dgm:spPr/>
    </dgm:pt>
    <dgm:pt modelId="{D595F712-5D6E-4512-B79E-AE67960886B3}" type="pres">
      <dgm:prSet presAssocID="{EF7BB947-AA17-4735-9C6C-A166DB4CF876}" presName="container" presStyleCnt="0">
        <dgm:presLayoutVars>
          <dgm:dir/>
          <dgm:resizeHandles val="exact"/>
        </dgm:presLayoutVars>
      </dgm:prSet>
      <dgm:spPr/>
    </dgm:pt>
    <dgm:pt modelId="{701A7578-DB5A-473D-BB28-7B288DBE7826}" type="pres">
      <dgm:prSet presAssocID="{198DC374-5BC4-4DAF-B9D9-F8F8FFCB6D2A}" presName="compNode" presStyleCnt="0"/>
      <dgm:spPr/>
    </dgm:pt>
    <dgm:pt modelId="{5F8B6C47-7455-4F36-A7CD-75246C38EB6D}" type="pres">
      <dgm:prSet presAssocID="{198DC374-5BC4-4DAF-B9D9-F8F8FFCB6D2A}" presName="iconBgRect" presStyleLbl="bgShp" presStyleIdx="0" presStyleCnt="5"/>
      <dgm:spPr/>
    </dgm:pt>
    <dgm:pt modelId="{AD932032-380B-445B-A680-E0312BDDD8E1}" type="pres">
      <dgm:prSet presAssocID="{198DC374-5BC4-4DAF-B9D9-F8F8FFCB6D2A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0375A3D2-B1EE-4FB5-8A72-B7DEF8E61A94}" type="pres">
      <dgm:prSet presAssocID="{198DC374-5BC4-4DAF-B9D9-F8F8FFCB6D2A}" presName="spaceRect" presStyleCnt="0"/>
      <dgm:spPr/>
    </dgm:pt>
    <dgm:pt modelId="{17B15387-69A8-43E8-8B0B-AFA19F070B68}" type="pres">
      <dgm:prSet presAssocID="{198DC374-5BC4-4DAF-B9D9-F8F8FFCB6D2A}" presName="textRect" presStyleLbl="revTx" presStyleIdx="0" presStyleCnt="5">
        <dgm:presLayoutVars>
          <dgm:chMax val="1"/>
          <dgm:chPref val="1"/>
        </dgm:presLayoutVars>
      </dgm:prSet>
      <dgm:spPr/>
    </dgm:pt>
    <dgm:pt modelId="{E55359BC-920F-47B2-8B3D-9DF8A73C9293}" type="pres">
      <dgm:prSet presAssocID="{797CB7B5-CC5D-4A3C-BC65-68FDB01D83E9}" presName="sibTrans" presStyleLbl="sibTrans2D1" presStyleIdx="0" presStyleCnt="0"/>
      <dgm:spPr/>
    </dgm:pt>
    <dgm:pt modelId="{6D387BBF-5388-498C-B8EE-C3A9F5074F38}" type="pres">
      <dgm:prSet presAssocID="{CD814FBA-767E-4484-AB07-0DD66CB8BAE6}" presName="compNode" presStyleCnt="0"/>
      <dgm:spPr/>
    </dgm:pt>
    <dgm:pt modelId="{B0659A71-A9A5-43CD-81DF-54825E64775B}" type="pres">
      <dgm:prSet presAssocID="{CD814FBA-767E-4484-AB07-0DD66CB8BAE6}" presName="iconBgRect" presStyleLbl="bgShp" presStyleIdx="1" presStyleCnt="5"/>
      <dgm:spPr/>
    </dgm:pt>
    <dgm:pt modelId="{422296BB-0925-4E89-87B0-D8967701F46A}" type="pres">
      <dgm:prSet presAssocID="{CD814FBA-767E-4484-AB07-0DD66CB8BAE6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C54D79C1-844D-4142-91BB-52527E435B89}" type="pres">
      <dgm:prSet presAssocID="{CD814FBA-767E-4484-AB07-0DD66CB8BAE6}" presName="spaceRect" presStyleCnt="0"/>
      <dgm:spPr/>
    </dgm:pt>
    <dgm:pt modelId="{473A507B-35B6-4365-9F1B-BDCDEE3EE710}" type="pres">
      <dgm:prSet presAssocID="{CD814FBA-767E-4484-AB07-0DD66CB8BAE6}" presName="textRect" presStyleLbl="revTx" presStyleIdx="1" presStyleCnt="5">
        <dgm:presLayoutVars>
          <dgm:chMax val="1"/>
          <dgm:chPref val="1"/>
        </dgm:presLayoutVars>
      </dgm:prSet>
      <dgm:spPr/>
    </dgm:pt>
    <dgm:pt modelId="{DA1559A9-8952-4A01-9CF9-0E5B369CF44B}" type="pres">
      <dgm:prSet presAssocID="{3C8A622E-80CF-45A0-9F95-740687AAA51D}" presName="sibTrans" presStyleLbl="sibTrans2D1" presStyleIdx="0" presStyleCnt="0"/>
      <dgm:spPr/>
    </dgm:pt>
    <dgm:pt modelId="{2B57B0BB-36C9-4A2E-99DB-28622DFCC645}" type="pres">
      <dgm:prSet presAssocID="{8A99F931-E3A7-441B-A74F-C2DBA2A39198}" presName="compNode" presStyleCnt="0"/>
      <dgm:spPr/>
    </dgm:pt>
    <dgm:pt modelId="{4265B86B-D950-4031-818E-AF9298D577C1}" type="pres">
      <dgm:prSet presAssocID="{8A99F931-E3A7-441B-A74F-C2DBA2A39198}" presName="iconBgRect" presStyleLbl="bgShp" presStyleIdx="2" presStyleCnt="5"/>
      <dgm:spPr/>
    </dgm:pt>
    <dgm:pt modelId="{332F3884-2420-446E-A44B-17EF1C5EA42C}" type="pres">
      <dgm:prSet presAssocID="{8A99F931-E3A7-441B-A74F-C2DBA2A39198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EEE3AA7C-1A41-4A3B-B9D4-CA60086EB91D}" type="pres">
      <dgm:prSet presAssocID="{8A99F931-E3A7-441B-A74F-C2DBA2A39198}" presName="spaceRect" presStyleCnt="0"/>
      <dgm:spPr/>
    </dgm:pt>
    <dgm:pt modelId="{8DE81926-377A-4886-A648-EFEC22937E77}" type="pres">
      <dgm:prSet presAssocID="{8A99F931-E3A7-441B-A74F-C2DBA2A39198}" presName="textRect" presStyleLbl="revTx" presStyleIdx="2" presStyleCnt="5">
        <dgm:presLayoutVars>
          <dgm:chMax val="1"/>
          <dgm:chPref val="1"/>
        </dgm:presLayoutVars>
      </dgm:prSet>
      <dgm:spPr/>
    </dgm:pt>
    <dgm:pt modelId="{2CDC826E-6E03-4E83-8468-1E2D068BC16C}" type="pres">
      <dgm:prSet presAssocID="{F66FCE64-E608-416E-98C6-FC187CF2B43E}" presName="sibTrans" presStyleLbl="sibTrans2D1" presStyleIdx="0" presStyleCnt="0"/>
      <dgm:spPr/>
    </dgm:pt>
    <dgm:pt modelId="{4FE06D9D-21B1-468D-940A-EE9013583ECB}" type="pres">
      <dgm:prSet presAssocID="{81961804-3FD6-4810-AE9A-CCF933D073D3}" presName="compNode" presStyleCnt="0"/>
      <dgm:spPr/>
    </dgm:pt>
    <dgm:pt modelId="{0CCE96BE-0AF0-427B-9348-4220FABA8F8A}" type="pres">
      <dgm:prSet presAssocID="{81961804-3FD6-4810-AE9A-CCF933D073D3}" presName="iconBgRect" presStyleLbl="bgShp" presStyleIdx="3" presStyleCnt="5"/>
      <dgm:spPr/>
    </dgm:pt>
    <dgm:pt modelId="{5F2442B6-5D06-4E91-932A-CA803E85F17B}" type="pres">
      <dgm:prSet presAssocID="{81961804-3FD6-4810-AE9A-CCF933D073D3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6E70B423-02EA-471B-B5B1-E83A233F4A6F}" type="pres">
      <dgm:prSet presAssocID="{81961804-3FD6-4810-AE9A-CCF933D073D3}" presName="spaceRect" presStyleCnt="0"/>
      <dgm:spPr/>
    </dgm:pt>
    <dgm:pt modelId="{04464CD3-9568-40E8-918F-6BD9A703B900}" type="pres">
      <dgm:prSet presAssocID="{81961804-3FD6-4810-AE9A-CCF933D073D3}" presName="textRect" presStyleLbl="revTx" presStyleIdx="3" presStyleCnt="5">
        <dgm:presLayoutVars>
          <dgm:chMax val="1"/>
          <dgm:chPref val="1"/>
        </dgm:presLayoutVars>
      </dgm:prSet>
      <dgm:spPr/>
    </dgm:pt>
    <dgm:pt modelId="{07033B9B-5904-47AD-A619-230C5842A0FA}" type="pres">
      <dgm:prSet presAssocID="{40AB90BE-1CF7-4DA0-BDFD-2EB6B366AF51}" presName="sibTrans" presStyleLbl="sibTrans2D1" presStyleIdx="0" presStyleCnt="0"/>
      <dgm:spPr/>
    </dgm:pt>
    <dgm:pt modelId="{4D942212-C210-4D4B-90EF-1466D927402D}" type="pres">
      <dgm:prSet presAssocID="{3B19BE2B-475D-4F57-8444-A438F61E4183}" presName="compNode" presStyleCnt="0"/>
      <dgm:spPr/>
    </dgm:pt>
    <dgm:pt modelId="{B60501B1-94F1-459D-9218-DF480C2CF20D}" type="pres">
      <dgm:prSet presAssocID="{3B19BE2B-475D-4F57-8444-A438F61E4183}" presName="iconBgRect" presStyleLbl="bgShp" presStyleIdx="4" presStyleCnt="5"/>
      <dgm:spPr/>
    </dgm:pt>
    <dgm:pt modelId="{C1298CEC-7CB1-4A48-8947-FCABCB41895C}" type="pres">
      <dgm:prSet presAssocID="{3B19BE2B-475D-4F57-8444-A438F61E4183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32A7009D-87C2-4DF1-84F7-53FE1FEBC4A6}" type="pres">
      <dgm:prSet presAssocID="{3B19BE2B-475D-4F57-8444-A438F61E4183}" presName="spaceRect" presStyleCnt="0"/>
      <dgm:spPr/>
    </dgm:pt>
    <dgm:pt modelId="{4295824E-A9F9-41BE-9FA2-2A7C52DF9A53}" type="pres">
      <dgm:prSet presAssocID="{3B19BE2B-475D-4F57-8444-A438F61E4183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8EA1040D-4201-4179-899D-50351A49803F}" type="presOf" srcId="{3B19BE2B-475D-4F57-8444-A438F61E4183}" destId="{4295824E-A9F9-41BE-9FA2-2A7C52DF9A53}" srcOrd="0" destOrd="0" presId="urn:microsoft.com/office/officeart/2018/2/layout/IconCircleList"/>
    <dgm:cxn modelId="{16D1480E-559D-4746-941D-5CE910625315}" type="presOf" srcId="{3C8A622E-80CF-45A0-9F95-740687AAA51D}" destId="{DA1559A9-8952-4A01-9CF9-0E5B369CF44B}" srcOrd="0" destOrd="0" presId="urn:microsoft.com/office/officeart/2018/2/layout/IconCircleList"/>
    <dgm:cxn modelId="{A00D5133-B3F5-4163-AC6B-60B76AA463B6}" srcId="{EF7BB947-AA17-4735-9C6C-A166DB4CF876}" destId="{8A99F931-E3A7-441B-A74F-C2DBA2A39198}" srcOrd="2" destOrd="0" parTransId="{2C587A71-2FA6-418B-B03A-C77ABE9269ED}" sibTransId="{F66FCE64-E608-416E-98C6-FC187CF2B43E}"/>
    <dgm:cxn modelId="{6A69BF38-3DAC-4C94-96A3-AF0738930D3C}" type="presOf" srcId="{8A99F931-E3A7-441B-A74F-C2DBA2A39198}" destId="{8DE81926-377A-4886-A648-EFEC22937E77}" srcOrd="0" destOrd="0" presId="urn:microsoft.com/office/officeart/2018/2/layout/IconCircleList"/>
    <dgm:cxn modelId="{7362804F-0A29-4191-BF4E-D72A4C03F665}" srcId="{EF7BB947-AA17-4735-9C6C-A166DB4CF876}" destId="{198DC374-5BC4-4DAF-B9D9-F8F8FFCB6D2A}" srcOrd="0" destOrd="0" parTransId="{2645E496-54CD-4FD4-8303-1C574CC659BA}" sibTransId="{797CB7B5-CC5D-4A3C-BC65-68FDB01D83E9}"/>
    <dgm:cxn modelId="{48B0BB73-67DC-43A5-8048-BE8934907DEA}" type="presOf" srcId="{CD814FBA-767E-4484-AB07-0DD66CB8BAE6}" destId="{473A507B-35B6-4365-9F1B-BDCDEE3EE710}" srcOrd="0" destOrd="0" presId="urn:microsoft.com/office/officeart/2018/2/layout/IconCircleList"/>
    <dgm:cxn modelId="{12D9428D-BE3E-4536-94F4-6DA72C2801CD}" type="presOf" srcId="{40AB90BE-1CF7-4DA0-BDFD-2EB6B366AF51}" destId="{07033B9B-5904-47AD-A619-230C5842A0FA}" srcOrd="0" destOrd="0" presId="urn:microsoft.com/office/officeart/2018/2/layout/IconCircleList"/>
    <dgm:cxn modelId="{976167AE-F1B7-4ABD-925D-C2B2775E01A3}" type="presOf" srcId="{797CB7B5-CC5D-4A3C-BC65-68FDB01D83E9}" destId="{E55359BC-920F-47B2-8B3D-9DF8A73C9293}" srcOrd="0" destOrd="0" presId="urn:microsoft.com/office/officeart/2018/2/layout/IconCircleList"/>
    <dgm:cxn modelId="{0F04C0B2-AA7A-4F39-970D-75883E8D1EC0}" type="presOf" srcId="{81961804-3FD6-4810-AE9A-CCF933D073D3}" destId="{04464CD3-9568-40E8-918F-6BD9A703B900}" srcOrd="0" destOrd="0" presId="urn:microsoft.com/office/officeart/2018/2/layout/IconCircleList"/>
    <dgm:cxn modelId="{BEB5E6B7-8CDD-44E5-8CA7-F642D4DDB498}" srcId="{EF7BB947-AA17-4735-9C6C-A166DB4CF876}" destId="{81961804-3FD6-4810-AE9A-CCF933D073D3}" srcOrd="3" destOrd="0" parTransId="{45C127D6-5E5A-40ED-980A-922C548A4621}" sibTransId="{40AB90BE-1CF7-4DA0-BDFD-2EB6B366AF51}"/>
    <dgm:cxn modelId="{964EA7BD-C9AD-4E2A-A081-C5EC88F674E6}" type="presOf" srcId="{F66FCE64-E608-416E-98C6-FC187CF2B43E}" destId="{2CDC826E-6E03-4E83-8468-1E2D068BC16C}" srcOrd="0" destOrd="0" presId="urn:microsoft.com/office/officeart/2018/2/layout/IconCircleList"/>
    <dgm:cxn modelId="{031159C9-A202-4597-98A9-73980569195C}" srcId="{EF7BB947-AA17-4735-9C6C-A166DB4CF876}" destId="{CD814FBA-767E-4484-AB07-0DD66CB8BAE6}" srcOrd="1" destOrd="0" parTransId="{095C7CDD-A0C8-43DB-94F4-1F4189513301}" sibTransId="{3C8A622E-80CF-45A0-9F95-740687AAA51D}"/>
    <dgm:cxn modelId="{CC3E62CA-1A1C-42AE-8F23-9F0F5F9AF4AC}" srcId="{EF7BB947-AA17-4735-9C6C-A166DB4CF876}" destId="{3B19BE2B-475D-4F57-8444-A438F61E4183}" srcOrd="4" destOrd="0" parTransId="{CDADBAC0-1E7C-4B61-9A4F-6B349C7639E9}" sibTransId="{1B99D5B6-44E6-4A4A-9974-D0094CC09828}"/>
    <dgm:cxn modelId="{D97A96D4-4396-4487-B74D-794F8DF71520}" type="presOf" srcId="{198DC374-5BC4-4DAF-B9D9-F8F8FFCB6D2A}" destId="{17B15387-69A8-43E8-8B0B-AFA19F070B68}" srcOrd="0" destOrd="0" presId="urn:microsoft.com/office/officeart/2018/2/layout/IconCircleList"/>
    <dgm:cxn modelId="{53B329F2-0D9B-40F6-AEF8-1F5C068C258A}" type="presOf" srcId="{EF7BB947-AA17-4735-9C6C-A166DB4CF876}" destId="{3A918D56-4A51-4413-84C1-65F6E0884CAC}" srcOrd="0" destOrd="0" presId="urn:microsoft.com/office/officeart/2018/2/layout/IconCircleList"/>
    <dgm:cxn modelId="{C1D2DA54-AFDE-498B-A874-3E3933D641A3}" type="presParOf" srcId="{3A918D56-4A51-4413-84C1-65F6E0884CAC}" destId="{D595F712-5D6E-4512-B79E-AE67960886B3}" srcOrd="0" destOrd="0" presId="urn:microsoft.com/office/officeart/2018/2/layout/IconCircleList"/>
    <dgm:cxn modelId="{90D87A0F-CC12-4686-8063-D367DEC7573A}" type="presParOf" srcId="{D595F712-5D6E-4512-B79E-AE67960886B3}" destId="{701A7578-DB5A-473D-BB28-7B288DBE7826}" srcOrd="0" destOrd="0" presId="urn:microsoft.com/office/officeart/2018/2/layout/IconCircleList"/>
    <dgm:cxn modelId="{99EDA237-03DC-49CD-9567-6711815A266E}" type="presParOf" srcId="{701A7578-DB5A-473D-BB28-7B288DBE7826}" destId="{5F8B6C47-7455-4F36-A7CD-75246C38EB6D}" srcOrd="0" destOrd="0" presId="urn:microsoft.com/office/officeart/2018/2/layout/IconCircleList"/>
    <dgm:cxn modelId="{B139664E-630C-4135-9B96-0467E3CA3C5D}" type="presParOf" srcId="{701A7578-DB5A-473D-BB28-7B288DBE7826}" destId="{AD932032-380B-445B-A680-E0312BDDD8E1}" srcOrd="1" destOrd="0" presId="urn:microsoft.com/office/officeart/2018/2/layout/IconCircleList"/>
    <dgm:cxn modelId="{9E2CF5F8-47A1-49F7-B6AE-0387B4342D55}" type="presParOf" srcId="{701A7578-DB5A-473D-BB28-7B288DBE7826}" destId="{0375A3D2-B1EE-4FB5-8A72-B7DEF8E61A94}" srcOrd="2" destOrd="0" presId="urn:microsoft.com/office/officeart/2018/2/layout/IconCircleList"/>
    <dgm:cxn modelId="{12D8E0B3-2B69-4C92-9217-C53B0EB5A8AB}" type="presParOf" srcId="{701A7578-DB5A-473D-BB28-7B288DBE7826}" destId="{17B15387-69A8-43E8-8B0B-AFA19F070B68}" srcOrd="3" destOrd="0" presId="urn:microsoft.com/office/officeart/2018/2/layout/IconCircleList"/>
    <dgm:cxn modelId="{474C5C5E-7104-4528-BA1A-A7C62997F078}" type="presParOf" srcId="{D595F712-5D6E-4512-B79E-AE67960886B3}" destId="{E55359BC-920F-47B2-8B3D-9DF8A73C9293}" srcOrd="1" destOrd="0" presId="urn:microsoft.com/office/officeart/2018/2/layout/IconCircleList"/>
    <dgm:cxn modelId="{4F629178-7F9C-43E0-8BC4-92B11C4AF13E}" type="presParOf" srcId="{D595F712-5D6E-4512-B79E-AE67960886B3}" destId="{6D387BBF-5388-498C-B8EE-C3A9F5074F38}" srcOrd="2" destOrd="0" presId="urn:microsoft.com/office/officeart/2018/2/layout/IconCircleList"/>
    <dgm:cxn modelId="{14D11EBA-07AF-42AE-9F09-1E6B875C707A}" type="presParOf" srcId="{6D387BBF-5388-498C-B8EE-C3A9F5074F38}" destId="{B0659A71-A9A5-43CD-81DF-54825E64775B}" srcOrd="0" destOrd="0" presId="urn:microsoft.com/office/officeart/2018/2/layout/IconCircleList"/>
    <dgm:cxn modelId="{E9A08534-19C4-467F-B2D3-0B06761F6A35}" type="presParOf" srcId="{6D387BBF-5388-498C-B8EE-C3A9F5074F38}" destId="{422296BB-0925-4E89-87B0-D8967701F46A}" srcOrd="1" destOrd="0" presId="urn:microsoft.com/office/officeart/2018/2/layout/IconCircleList"/>
    <dgm:cxn modelId="{F13344AA-36F0-45F8-8C4B-A8D5B464FCBB}" type="presParOf" srcId="{6D387BBF-5388-498C-B8EE-C3A9F5074F38}" destId="{C54D79C1-844D-4142-91BB-52527E435B89}" srcOrd="2" destOrd="0" presId="urn:microsoft.com/office/officeart/2018/2/layout/IconCircleList"/>
    <dgm:cxn modelId="{5A07ECC4-0561-4CE1-A46E-09B9A8BED4AB}" type="presParOf" srcId="{6D387BBF-5388-498C-B8EE-C3A9F5074F38}" destId="{473A507B-35B6-4365-9F1B-BDCDEE3EE710}" srcOrd="3" destOrd="0" presId="urn:microsoft.com/office/officeart/2018/2/layout/IconCircleList"/>
    <dgm:cxn modelId="{39F015D6-48F7-4140-A798-02AFEEB4A741}" type="presParOf" srcId="{D595F712-5D6E-4512-B79E-AE67960886B3}" destId="{DA1559A9-8952-4A01-9CF9-0E5B369CF44B}" srcOrd="3" destOrd="0" presId="urn:microsoft.com/office/officeart/2018/2/layout/IconCircleList"/>
    <dgm:cxn modelId="{CF8157D6-2B9D-4BD6-9A7C-ECB4BF4D5042}" type="presParOf" srcId="{D595F712-5D6E-4512-B79E-AE67960886B3}" destId="{2B57B0BB-36C9-4A2E-99DB-28622DFCC645}" srcOrd="4" destOrd="0" presId="urn:microsoft.com/office/officeart/2018/2/layout/IconCircleList"/>
    <dgm:cxn modelId="{ECBA251F-FB30-419B-BC4E-748DB7936326}" type="presParOf" srcId="{2B57B0BB-36C9-4A2E-99DB-28622DFCC645}" destId="{4265B86B-D950-4031-818E-AF9298D577C1}" srcOrd="0" destOrd="0" presId="urn:microsoft.com/office/officeart/2018/2/layout/IconCircleList"/>
    <dgm:cxn modelId="{1B0B7C0B-E6EC-4C53-96B1-76848249E980}" type="presParOf" srcId="{2B57B0BB-36C9-4A2E-99DB-28622DFCC645}" destId="{332F3884-2420-446E-A44B-17EF1C5EA42C}" srcOrd="1" destOrd="0" presId="urn:microsoft.com/office/officeart/2018/2/layout/IconCircleList"/>
    <dgm:cxn modelId="{5B52E1F2-3144-4EDD-811B-3003C54AEFFF}" type="presParOf" srcId="{2B57B0BB-36C9-4A2E-99DB-28622DFCC645}" destId="{EEE3AA7C-1A41-4A3B-B9D4-CA60086EB91D}" srcOrd="2" destOrd="0" presId="urn:microsoft.com/office/officeart/2018/2/layout/IconCircleList"/>
    <dgm:cxn modelId="{1303AA8F-59C2-492E-8557-3BFA4E4FB836}" type="presParOf" srcId="{2B57B0BB-36C9-4A2E-99DB-28622DFCC645}" destId="{8DE81926-377A-4886-A648-EFEC22937E77}" srcOrd="3" destOrd="0" presId="urn:microsoft.com/office/officeart/2018/2/layout/IconCircleList"/>
    <dgm:cxn modelId="{C9FEF6F6-91CF-4216-85F6-316330B7D962}" type="presParOf" srcId="{D595F712-5D6E-4512-B79E-AE67960886B3}" destId="{2CDC826E-6E03-4E83-8468-1E2D068BC16C}" srcOrd="5" destOrd="0" presId="urn:microsoft.com/office/officeart/2018/2/layout/IconCircleList"/>
    <dgm:cxn modelId="{10134F05-C053-4B94-AD49-A6F9E84A5554}" type="presParOf" srcId="{D595F712-5D6E-4512-B79E-AE67960886B3}" destId="{4FE06D9D-21B1-468D-940A-EE9013583ECB}" srcOrd="6" destOrd="0" presId="urn:microsoft.com/office/officeart/2018/2/layout/IconCircleList"/>
    <dgm:cxn modelId="{07F463DC-34B6-432B-90C9-26A1D5F2DA2B}" type="presParOf" srcId="{4FE06D9D-21B1-468D-940A-EE9013583ECB}" destId="{0CCE96BE-0AF0-427B-9348-4220FABA8F8A}" srcOrd="0" destOrd="0" presId="urn:microsoft.com/office/officeart/2018/2/layout/IconCircleList"/>
    <dgm:cxn modelId="{4AC0E525-60AE-41E6-A89E-69BFF09CBBBC}" type="presParOf" srcId="{4FE06D9D-21B1-468D-940A-EE9013583ECB}" destId="{5F2442B6-5D06-4E91-932A-CA803E85F17B}" srcOrd="1" destOrd="0" presId="urn:microsoft.com/office/officeart/2018/2/layout/IconCircleList"/>
    <dgm:cxn modelId="{204E5C7B-292D-4BA1-99E7-7FD87402736D}" type="presParOf" srcId="{4FE06D9D-21B1-468D-940A-EE9013583ECB}" destId="{6E70B423-02EA-471B-B5B1-E83A233F4A6F}" srcOrd="2" destOrd="0" presId="urn:microsoft.com/office/officeart/2018/2/layout/IconCircleList"/>
    <dgm:cxn modelId="{859922BB-E6FF-4F9F-85CA-744BADC15CCA}" type="presParOf" srcId="{4FE06D9D-21B1-468D-940A-EE9013583ECB}" destId="{04464CD3-9568-40E8-918F-6BD9A703B900}" srcOrd="3" destOrd="0" presId="urn:microsoft.com/office/officeart/2018/2/layout/IconCircleList"/>
    <dgm:cxn modelId="{09E637D5-7221-4987-9FEB-6499B82B6AFB}" type="presParOf" srcId="{D595F712-5D6E-4512-B79E-AE67960886B3}" destId="{07033B9B-5904-47AD-A619-230C5842A0FA}" srcOrd="7" destOrd="0" presId="urn:microsoft.com/office/officeart/2018/2/layout/IconCircleList"/>
    <dgm:cxn modelId="{94A7BD29-7D4B-4FAA-9CD6-4573C5929245}" type="presParOf" srcId="{D595F712-5D6E-4512-B79E-AE67960886B3}" destId="{4D942212-C210-4D4B-90EF-1466D927402D}" srcOrd="8" destOrd="0" presId="urn:microsoft.com/office/officeart/2018/2/layout/IconCircleList"/>
    <dgm:cxn modelId="{3C9C043F-0D54-4169-8D61-E685A73B6A7F}" type="presParOf" srcId="{4D942212-C210-4D4B-90EF-1466D927402D}" destId="{B60501B1-94F1-459D-9218-DF480C2CF20D}" srcOrd="0" destOrd="0" presId="urn:microsoft.com/office/officeart/2018/2/layout/IconCircleList"/>
    <dgm:cxn modelId="{E5B98B76-76A7-41C9-805F-35AEA006BD6D}" type="presParOf" srcId="{4D942212-C210-4D4B-90EF-1466D927402D}" destId="{C1298CEC-7CB1-4A48-8947-FCABCB41895C}" srcOrd="1" destOrd="0" presId="urn:microsoft.com/office/officeart/2018/2/layout/IconCircleList"/>
    <dgm:cxn modelId="{5704F8C9-7320-4332-BF79-A6FE999EB943}" type="presParOf" srcId="{4D942212-C210-4D4B-90EF-1466D927402D}" destId="{32A7009D-87C2-4DF1-84F7-53FE1FEBC4A6}" srcOrd="2" destOrd="0" presId="urn:microsoft.com/office/officeart/2018/2/layout/IconCircleList"/>
    <dgm:cxn modelId="{75F8FDDD-25CB-4E20-BDD4-18FA658E245C}" type="presParOf" srcId="{4D942212-C210-4D4B-90EF-1466D927402D}" destId="{4295824E-A9F9-41BE-9FA2-2A7C52DF9A53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4BC50F1F-C6FC-4B72-A42B-18D8328B6468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9DE7953-B918-48F8-A6C2-865B8C2707E6}">
      <dgm:prSet/>
      <dgm:spPr/>
      <dgm:t>
        <a:bodyPr/>
        <a:lstStyle/>
        <a:p>
          <a:r>
            <a:rPr lang="en-US"/>
            <a:t>1. Checkout (Jenkins + GitHub) — download latest source code</a:t>
          </a:r>
        </a:p>
      </dgm:t>
    </dgm:pt>
    <dgm:pt modelId="{E5266712-0941-4976-B434-334ADC23B635}" type="parTrans" cxnId="{78FA4D38-C8DC-4249-B956-F0957E2C3BD2}">
      <dgm:prSet/>
      <dgm:spPr/>
      <dgm:t>
        <a:bodyPr/>
        <a:lstStyle/>
        <a:p>
          <a:endParaRPr lang="en-US"/>
        </a:p>
      </dgm:t>
    </dgm:pt>
    <dgm:pt modelId="{FA1FB42B-0AE1-4809-BE9B-4B5F6446656F}" type="sibTrans" cxnId="{78FA4D38-C8DC-4249-B956-F0957E2C3BD2}">
      <dgm:prSet/>
      <dgm:spPr/>
      <dgm:t>
        <a:bodyPr/>
        <a:lstStyle/>
        <a:p>
          <a:endParaRPr lang="en-US"/>
        </a:p>
      </dgm:t>
    </dgm:pt>
    <dgm:pt modelId="{F799F625-EA0D-4D8A-9C34-9F42D6E7E362}">
      <dgm:prSet/>
      <dgm:spPr/>
      <dgm:t>
        <a:bodyPr/>
        <a:lstStyle/>
        <a:p>
          <a:r>
            <a:rPr lang="en-US"/>
            <a:t>2. SonarQube — run unit tests; find code smells, bugs, and coverage gaps</a:t>
          </a:r>
        </a:p>
      </dgm:t>
    </dgm:pt>
    <dgm:pt modelId="{80E31405-990A-43E3-BAA7-E2058D4BAB42}" type="parTrans" cxnId="{F0FD7016-1991-4D8B-9A8D-AB85CB2F2720}">
      <dgm:prSet/>
      <dgm:spPr/>
      <dgm:t>
        <a:bodyPr/>
        <a:lstStyle/>
        <a:p>
          <a:endParaRPr lang="en-US"/>
        </a:p>
      </dgm:t>
    </dgm:pt>
    <dgm:pt modelId="{E19AFD96-8489-497B-BC7A-75926681C10B}" type="sibTrans" cxnId="{F0FD7016-1991-4D8B-9A8D-AB85CB2F2720}">
      <dgm:prSet/>
      <dgm:spPr/>
      <dgm:t>
        <a:bodyPr/>
        <a:lstStyle/>
        <a:p>
          <a:endParaRPr lang="en-US"/>
        </a:p>
      </dgm:t>
    </dgm:pt>
    <dgm:pt modelId="{DE9B7841-622F-492B-9CDE-03EFD648BCD7}">
      <dgm:prSet/>
      <dgm:spPr/>
      <dgm:t>
        <a:bodyPr/>
        <a:lstStyle/>
        <a:p>
          <a:r>
            <a:rPr lang="en-US"/>
            <a:t>3. Snyk — scan source code for security vulnerabilities (SAST)</a:t>
          </a:r>
        </a:p>
      </dgm:t>
    </dgm:pt>
    <dgm:pt modelId="{077F49FC-1AAD-49C0-94F5-E6FD3519CDDD}" type="parTrans" cxnId="{09B3EB6A-7769-499A-922C-56140D3B2F9B}">
      <dgm:prSet/>
      <dgm:spPr/>
      <dgm:t>
        <a:bodyPr/>
        <a:lstStyle/>
        <a:p>
          <a:endParaRPr lang="en-US"/>
        </a:p>
      </dgm:t>
    </dgm:pt>
    <dgm:pt modelId="{D694D5C9-613B-4657-8562-380634AFEEA5}" type="sibTrans" cxnId="{09B3EB6A-7769-499A-922C-56140D3B2F9B}">
      <dgm:prSet/>
      <dgm:spPr/>
      <dgm:t>
        <a:bodyPr/>
        <a:lstStyle/>
        <a:p>
          <a:endParaRPr lang="en-US"/>
        </a:p>
      </dgm:t>
    </dgm:pt>
    <dgm:pt modelId="{85BFF49A-B90C-4160-8BB9-1F73CC369F0B}">
      <dgm:prSet/>
      <dgm:spPr/>
      <dgm:t>
        <a:bodyPr/>
        <a:lstStyle/>
        <a:p>
          <a:r>
            <a:rPr lang="en-US"/>
            <a:t>4. OWASP ZAP — attack the running app for web flaws (DAST) — blocks deploy</a:t>
          </a:r>
        </a:p>
      </dgm:t>
    </dgm:pt>
    <dgm:pt modelId="{5A7A1199-A811-4317-9901-9E1650B662E7}" type="parTrans" cxnId="{F3ECFF7D-D3EA-44C3-AB5D-2307D438C038}">
      <dgm:prSet/>
      <dgm:spPr/>
      <dgm:t>
        <a:bodyPr/>
        <a:lstStyle/>
        <a:p>
          <a:endParaRPr lang="en-US"/>
        </a:p>
      </dgm:t>
    </dgm:pt>
    <dgm:pt modelId="{DDA85C9C-2CC8-4440-8B65-11ADC814F35F}" type="sibTrans" cxnId="{F3ECFF7D-D3EA-44C3-AB5D-2307D438C038}">
      <dgm:prSet/>
      <dgm:spPr/>
      <dgm:t>
        <a:bodyPr/>
        <a:lstStyle/>
        <a:p>
          <a:endParaRPr lang="en-US"/>
        </a:p>
      </dgm:t>
    </dgm:pt>
    <dgm:pt modelId="{186A156B-D590-4CFE-A41A-5FF08488FE1A}">
      <dgm:prSet/>
      <dgm:spPr/>
      <dgm:t>
        <a:bodyPr/>
        <a:lstStyle/>
        <a:p>
          <a:r>
            <a:rPr lang="en-US"/>
            <a:t>5. Trivy — scan the container image for known CVEs</a:t>
          </a:r>
        </a:p>
      </dgm:t>
    </dgm:pt>
    <dgm:pt modelId="{ABBCD450-B3A3-42AD-859D-63F1335C681B}" type="parTrans" cxnId="{B3356828-E91C-44EF-A7F1-4463235C1332}">
      <dgm:prSet/>
      <dgm:spPr/>
      <dgm:t>
        <a:bodyPr/>
        <a:lstStyle/>
        <a:p>
          <a:endParaRPr lang="en-US"/>
        </a:p>
      </dgm:t>
    </dgm:pt>
    <dgm:pt modelId="{E840FCAD-20BD-4808-B445-68D43525C36D}" type="sibTrans" cxnId="{B3356828-E91C-44EF-A7F1-4463235C1332}">
      <dgm:prSet/>
      <dgm:spPr/>
      <dgm:t>
        <a:bodyPr/>
        <a:lstStyle/>
        <a:p>
          <a:endParaRPr lang="en-US"/>
        </a:p>
      </dgm:t>
    </dgm:pt>
    <dgm:pt modelId="{D0833CD4-20EF-4B32-9798-F7E8AA13C14B}">
      <dgm:prSet/>
      <dgm:spPr/>
      <dgm:t>
        <a:bodyPr/>
        <a:lstStyle/>
        <a:p>
          <a:r>
            <a:rPr lang="en-US"/>
            <a:t>6. Docker Build — package the .NET API into a container image</a:t>
          </a:r>
        </a:p>
      </dgm:t>
    </dgm:pt>
    <dgm:pt modelId="{100A1D01-CFB3-4CFB-BEAD-85877EEBA1AC}" type="parTrans" cxnId="{85B5A30E-E28E-4EF2-A552-5BA75894B7E0}">
      <dgm:prSet/>
      <dgm:spPr/>
      <dgm:t>
        <a:bodyPr/>
        <a:lstStyle/>
        <a:p>
          <a:endParaRPr lang="en-US"/>
        </a:p>
      </dgm:t>
    </dgm:pt>
    <dgm:pt modelId="{92FC59B8-63A5-4760-A174-F4A786B16FAE}" type="sibTrans" cxnId="{85B5A30E-E28E-4EF2-A552-5BA75894B7E0}">
      <dgm:prSet/>
      <dgm:spPr/>
      <dgm:t>
        <a:bodyPr/>
        <a:lstStyle/>
        <a:p>
          <a:endParaRPr lang="en-US"/>
        </a:p>
      </dgm:t>
    </dgm:pt>
    <dgm:pt modelId="{F8E1D12A-22C0-471E-8CAC-975B94D3C850}">
      <dgm:prSet/>
      <dgm:spPr/>
      <dgm:t>
        <a:bodyPr/>
        <a:lstStyle/>
        <a:p>
          <a:r>
            <a:rPr lang="en-US"/>
            <a:t>7. Build Frontend — compile React into static files for nginx</a:t>
          </a:r>
        </a:p>
      </dgm:t>
    </dgm:pt>
    <dgm:pt modelId="{4DAAD14C-97A4-4023-9C88-6638634E630D}" type="parTrans" cxnId="{88994969-C4B4-4F9A-AE14-0C6A2697B7B1}">
      <dgm:prSet/>
      <dgm:spPr/>
      <dgm:t>
        <a:bodyPr/>
        <a:lstStyle/>
        <a:p>
          <a:endParaRPr lang="en-US"/>
        </a:p>
      </dgm:t>
    </dgm:pt>
    <dgm:pt modelId="{BC56413D-448B-471F-B296-1705C0B1843D}" type="sibTrans" cxnId="{88994969-C4B4-4F9A-AE14-0C6A2697B7B1}">
      <dgm:prSet/>
      <dgm:spPr/>
      <dgm:t>
        <a:bodyPr/>
        <a:lstStyle/>
        <a:p>
          <a:endParaRPr lang="en-US"/>
        </a:p>
      </dgm:t>
    </dgm:pt>
    <dgm:pt modelId="{03AAB487-7710-473B-9629-7BBE59CCF733}">
      <dgm:prSet/>
      <dgm:spPr/>
      <dgm:t>
        <a:bodyPr/>
        <a:lstStyle/>
        <a:p>
          <a:r>
            <a:rPr lang="en-US"/>
            <a:t>8. Deploy — start containers, publish the site, reload nginx</a:t>
          </a:r>
        </a:p>
      </dgm:t>
    </dgm:pt>
    <dgm:pt modelId="{2F304D4E-3B9F-4712-B875-3E30FA594D2A}" type="parTrans" cxnId="{EF7431E8-156B-41F5-B78B-88555A61993F}">
      <dgm:prSet/>
      <dgm:spPr/>
      <dgm:t>
        <a:bodyPr/>
        <a:lstStyle/>
        <a:p>
          <a:endParaRPr lang="en-US"/>
        </a:p>
      </dgm:t>
    </dgm:pt>
    <dgm:pt modelId="{25C158ED-8A45-4070-B3CC-C5C6BD07ABCF}" type="sibTrans" cxnId="{EF7431E8-156B-41F5-B78B-88555A61993F}">
      <dgm:prSet/>
      <dgm:spPr/>
      <dgm:t>
        <a:bodyPr/>
        <a:lstStyle/>
        <a:p>
          <a:endParaRPr lang="en-US"/>
        </a:p>
      </dgm:t>
    </dgm:pt>
    <dgm:pt modelId="{C3EEAFFA-BD57-454C-AAAA-7A434A00E7DA}" type="pres">
      <dgm:prSet presAssocID="{4BC50F1F-C6FC-4B72-A42B-18D8328B6468}" presName="linear" presStyleCnt="0">
        <dgm:presLayoutVars>
          <dgm:animLvl val="lvl"/>
          <dgm:resizeHandles val="exact"/>
        </dgm:presLayoutVars>
      </dgm:prSet>
      <dgm:spPr/>
    </dgm:pt>
    <dgm:pt modelId="{15650E8A-A5A0-BE41-A7FC-95E40098B76C}" type="pres">
      <dgm:prSet presAssocID="{A9DE7953-B918-48F8-A6C2-865B8C2707E6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6726CC94-2CEE-F248-A86F-B288F47BABBF}" type="pres">
      <dgm:prSet presAssocID="{FA1FB42B-0AE1-4809-BE9B-4B5F6446656F}" presName="spacer" presStyleCnt="0"/>
      <dgm:spPr/>
    </dgm:pt>
    <dgm:pt modelId="{129692C7-1223-6B4D-9442-BB4CD1ABF685}" type="pres">
      <dgm:prSet presAssocID="{F799F625-EA0D-4D8A-9C34-9F42D6E7E362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F95B4E39-0E91-8245-BD16-EB3159680BEA}" type="pres">
      <dgm:prSet presAssocID="{E19AFD96-8489-497B-BC7A-75926681C10B}" presName="spacer" presStyleCnt="0"/>
      <dgm:spPr/>
    </dgm:pt>
    <dgm:pt modelId="{E43E35F9-1150-CE40-A1A0-4FE0EFC78051}" type="pres">
      <dgm:prSet presAssocID="{DE9B7841-622F-492B-9CDE-03EFD648BCD7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E94A6F59-F3E8-9643-A191-2C4CFB0B7BCF}" type="pres">
      <dgm:prSet presAssocID="{D694D5C9-613B-4657-8562-380634AFEEA5}" presName="spacer" presStyleCnt="0"/>
      <dgm:spPr/>
    </dgm:pt>
    <dgm:pt modelId="{D8346D1B-AE06-184B-9FC9-C8DBD8FFA9E2}" type="pres">
      <dgm:prSet presAssocID="{85BFF49A-B90C-4160-8BB9-1F73CC369F0B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46820278-B928-B74F-8991-0494601BDCED}" type="pres">
      <dgm:prSet presAssocID="{DDA85C9C-2CC8-4440-8B65-11ADC814F35F}" presName="spacer" presStyleCnt="0"/>
      <dgm:spPr/>
    </dgm:pt>
    <dgm:pt modelId="{C03884ED-861B-1245-911A-C7D16A497D43}" type="pres">
      <dgm:prSet presAssocID="{186A156B-D590-4CFE-A41A-5FF08488FE1A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59BCD64C-B977-244C-8E90-3D38375BA1B5}" type="pres">
      <dgm:prSet presAssocID="{E840FCAD-20BD-4808-B445-68D43525C36D}" presName="spacer" presStyleCnt="0"/>
      <dgm:spPr/>
    </dgm:pt>
    <dgm:pt modelId="{EB57B59E-B8DC-AD4C-B594-293A919E1CD1}" type="pres">
      <dgm:prSet presAssocID="{D0833CD4-20EF-4B32-9798-F7E8AA13C14B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4DEB8675-EEE8-FA40-B9FA-48CD9509E5AA}" type="pres">
      <dgm:prSet presAssocID="{92FC59B8-63A5-4760-A174-F4A786B16FAE}" presName="spacer" presStyleCnt="0"/>
      <dgm:spPr/>
    </dgm:pt>
    <dgm:pt modelId="{F0D06756-5E34-4A44-BD45-601DE2DA0E2B}" type="pres">
      <dgm:prSet presAssocID="{F8E1D12A-22C0-471E-8CAC-975B94D3C850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FDE71BE4-C8D7-284C-927C-B0197D2891AA}" type="pres">
      <dgm:prSet presAssocID="{BC56413D-448B-471F-B296-1705C0B1843D}" presName="spacer" presStyleCnt="0"/>
      <dgm:spPr/>
    </dgm:pt>
    <dgm:pt modelId="{757BFEE5-F277-014F-8DCC-1C7054A4BD30}" type="pres">
      <dgm:prSet presAssocID="{03AAB487-7710-473B-9629-7BBE59CCF733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FD28500C-86B8-D64F-95F9-90A140A37B75}" type="presOf" srcId="{F799F625-EA0D-4D8A-9C34-9F42D6E7E362}" destId="{129692C7-1223-6B4D-9442-BB4CD1ABF685}" srcOrd="0" destOrd="0" presId="urn:microsoft.com/office/officeart/2005/8/layout/vList2"/>
    <dgm:cxn modelId="{85B5A30E-E28E-4EF2-A552-5BA75894B7E0}" srcId="{4BC50F1F-C6FC-4B72-A42B-18D8328B6468}" destId="{D0833CD4-20EF-4B32-9798-F7E8AA13C14B}" srcOrd="5" destOrd="0" parTransId="{100A1D01-CFB3-4CFB-BEAD-85877EEBA1AC}" sibTransId="{92FC59B8-63A5-4760-A174-F4A786B16FAE}"/>
    <dgm:cxn modelId="{F0FD7016-1991-4D8B-9A8D-AB85CB2F2720}" srcId="{4BC50F1F-C6FC-4B72-A42B-18D8328B6468}" destId="{F799F625-EA0D-4D8A-9C34-9F42D6E7E362}" srcOrd="1" destOrd="0" parTransId="{80E31405-990A-43E3-BAA7-E2058D4BAB42}" sibTransId="{E19AFD96-8489-497B-BC7A-75926681C10B}"/>
    <dgm:cxn modelId="{B3356828-E91C-44EF-A7F1-4463235C1332}" srcId="{4BC50F1F-C6FC-4B72-A42B-18D8328B6468}" destId="{186A156B-D590-4CFE-A41A-5FF08488FE1A}" srcOrd="4" destOrd="0" parTransId="{ABBCD450-B3A3-42AD-859D-63F1335C681B}" sibTransId="{E840FCAD-20BD-4808-B445-68D43525C36D}"/>
    <dgm:cxn modelId="{78FA4D38-C8DC-4249-B956-F0957E2C3BD2}" srcId="{4BC50F1F-C6FC-4B72-A42B-18D8328B6468}" destId="{A9DE7953-B918-48F8-A6C2-865B8C2707E6}" srcOrd="0" destOrd="0" parTransId="{E5266712-0941-4976-B434-334ADC23B635}" sibTransId="{FA1FB42B-0AE1-4809-BE9B-4B5F6446656F}"/>
    <dgm:cxn modelId="{1E773841-BE1E-A146-B422-41F1968070E3}" type="presOf" srcId="{A9DE7953-B918-48F8-A6C2-865B8C2707E6}" destId="{15650E8A-A5A0-BE41-A7FC-95E40098B76C}" srcOrd="0" destOrd="0" presId="urn:microsoft.com/office/officeart/2005/8/layout/vList2"/>
    <dgm:cxn modelId="{88994969-C4B4-4F9A-AE14-0C6A2697B7B1}" srcId="{4BC50F1F-C6FC-4B72-A42B-18D8328B6468}" destId="{F8E1D12A-22C0-471E-8CAC-975B94D3C850}" srcOrd="6" destOrd="0" parTransId="{4DAAD14C-97A4-4023-9C88-6638634E630D}" sibTransId="{BC56413D-448B-471F-B296-1705C0B1843D}"/>
    <dgm:cxn modelId="{09B3EB6A-7769-499A-922C-56140D3B2F9B}" srcId="{4BC50F1F-C6FC-4B72-A42B-18D8328B6468}" destId="{DE9B7841-622F-492B-9CDE-03EFD648BCD7}" srcOrd="2" destOrd="0" parTransId="{077F49FC-1AAD-49C0-94F5-E6FD3519CDDD}" sibTransId="{D694D5C9-613B-4657-8562-380634AFEEA5}"/>
    <dgm:cxn modelId="{2D4F336C-B5A1-0C42-B3D5-97370C6ED8DD}" type="presOf" srcId="{85BFF49A-B90C-4160-8BB9-1F73CC369F0B}" destId="{D8346D1B-AE06-184B-9FC9-C8DBD8FFA9E2}" srcOrd="0" destOrd="0" presId="urn:microsoft.com/office/officeart/2005/8/layout/vList2"/>
    <dgm:cxn modelId="{23E90773-AC47-AE41-B4C0-166BA395F192}" type="presOf" srcId="{D0833CD4-20EF-4B32-9798-F7E8AA13C14B}" destId="{EB57B59E-B8DC-AD4C-B594-293A919E1CD1}" srcOrd="0" destOrd="0" presId="urn:microsoft.com/office/officeart/2005/8/layout/vList2"/>
    <dgm:cxn modelId="{62E7E075-DE19-854B-8F3A-A360FA72FE37}" type="presOf" srcId="{03AAB487-7710-473B-9629-7BBE59CCF733}" destId="{757BFEE5-F277-014F-8DCC-1C7054A4BD30}" srcOrd="0" destOrd="0" presId="urn:microsoft.com/office/officeart/2005/8/layout/vList2"/>
    <dgm:cxn modelId="{F3ECFF7D-D3EA-44C3-AB5D-2307D438C038}" srcId="{4BC50F1F-C6FC-4B72-A42B-18D8328B6468}" destId="{85BFF49A-B90C-4160-8BB9-1F73CC369F0B}" srcOrd="3" destOrd="0" parTransId="{5A7A1199-A811-4317-9901-9E1650B662E7}" sibTransId="{DDA85C9C-2CC8-4440-8B65-11ADC814F35F}"/>
    <dgm:cxn modelId="{EF42E489-F178-5148-AE39-422E50AD1356}" type="presOf" srcId="{F8E1D12A-22C0-471E-8CAC-975B94D3C850}" destId="{F0D06756-5E34-4A44-BD45-601DE2DA0E2B}" srcOrd="0" destOrd="0" presId="urn:microsoft.com/office/officeart/2005/8/layout/vList2"/>
    <dgm:cxn modelId="{22C192A0-0292-994C-85A4-1D91DFC136DD}" type="presOf" srcId="{4BC50F1F-C6FC-4B72-A42B-18D8328B6468}" destId="{C3EEAFFA-BD57-454C-AAAA-7A434A00E7DA}" srcOrd="0" destOrd="0" presId="urn:microsoft.com/office/officeart/2005/8/layout/vList2"/>
    <dgm:cxn modelId="{63ECF2AB-5F18-D442-A42C-F301ED3D7218}" type="presOf" srcId="{DE9B7841-622F-492B-9CDE-03EFD648BCD7}" destId="{E43E35F9-1150-CE40-A1A0-4FE0EFC78051}" srcOrd="0" destOrd="0" presId="urn:microsoft.com/office/officeart/2005/8/layout/vList2"/>
    <dgm:cxn modelId="{EF7431E8-156B-41F5-B78B-88555A61993F}" srcId="{4BC50F1F-C6FC-4B72-A42B-18D8328B6468}" destId="{03AAB487-7710-473B-9629-7BBE59CCF733}" srcOrd="7" destOrd="0" parTransId="{2F304D4E-3B9F-4712-B875-3E30FA594D2A}" sibTransId="{25C158ED-8A45-4070-B3CC-C5C6BD07ABCF}"/>
    <dgm:cxn modelId="{A2582CF6-8F57-0646-B3BB-10D9F66A2AAD}" type="presOf" srcId="{186A156B-D590-4CFE-A41A-5FF08488FE1A}" destId="{C03884ED-861B-1245-911A-C7D16A497D43}" srcOrd="0" destOrd="0" presId="urn:microsoft.com/office/officeart/2005/8/layout/vList2"/>
    <dgm:cxn modelId="{0304A654-8B43-BA46-917E-C9230A49197F}" type="presParOf" srcId="{C3EEAFFA-BD57-454C-AAAA-7A434A00E7DA}" destId="{15650E8A-A5A0-BE41-A7FC-95E40098B76C}" srcOrd="0" destOrd="0" presId="urn:microsoft.com/office/officeart/2005/8/layout/vList2"/>
    <dgm:cxn modelId="{BBBD9FC0-18A2-4D44-9A24-36BAA55F5303}" type="presParOf" srcId="{C3EEAFFA-BD57-454C-AAAA-7A434A00E7DA}" destId="{6726CC94-2CEE-F248-A86F-B288F47BABBF}" srcOrd="1" destOrd="0" presId="urn:microsoft.com/office/officeart/2005/8/layout/vList2"/>
    <dgm:cxn modelId="{F69EE229-4B38-BC46-B238-6DB4895BBD7E}" type="presParOf" srcId="{C3EEAFFA-BD57-454C-AAAA-7A434A00E7DA}" destId="{129692C7-1223-6B4D-9442-BB4CD1ABF685}" srcOrd="2" destOrd="0" presId="urn:microsoft.com/office/officeart/2005/8/layout/vList2"/>
    <dgm:cxn modelId="{C2BEE298-A454-D541-9A39-8C95BF54F616}" type="presParOf" srcId="{C3EEAFFA-BD57-454C-AAAA-7A434A00E7DA}" destId="{F95B4E39-0E91-8245-BD16-EB3159680BEA}" srcOrd="3" destOrd="0" presId="urn:microsoft.com/office/officeart/2005/8/layout/vList2"/>
    <dgm:cxn modelId="{FC55D483-396C-6A45-8B2D-C7648BBB7790}" type="presParOf" srcId="{C3EEAFFA-BD57-454C-AAAA-7A434A00E7DA}" destId="{E43E35F9-1150-CE40-A1A0-4FE0EFC78051}" srcOrd="4" destOrd="0" presId="urn:microsoft.com/office/officeart/2005/8/layout/vList2"/>
    <dgm:cxn modelId="{361F9087-3BCB-D845-B1F0-860DEEA71764}" type="presParOf" srcId="{C3EEAFFA-BD57-454C-AAAA-7A434A00E7DA}" destId="{E94A6F59-F3E8-9643-A191-2C4CFB0B7BCF}" srcOrd="5" destOrd="0" presId="urn:microsoft.com/office/officeart/2005/8/layout/vList2"/>
    <dgm:cxn modelId="{59642897-0329-5A40-B924-82FDB7C762AC}" type="presParOf" srcId="{C3EEAFFA-BD57-454C-AAAA-7A434A00E7DA}" destId="{D8346D1B-AE06-184B-9FC9-C8DBD8FFA9E2}" srcOrd="6" destOrd="0" presId="urn:microsoft.com/office/officeart/2005/8/layout/vList2"/>
    <dgm:cxn modelId="{ED24B666-A281-D74D-878A-A9A25A0C984A}" type="presParOf" srcId="{C3EEAFFA-BD57-454C-AAAA-7A434A00E7DA}" destId="{46820278-B928-B74F-8991-0494601BDCED}" srcOrd="7" destOrd="0" presId="urn:microsoft.com/office/officeart/2005/8/layout/vList2"/>
    <dgm:cxn modelId="{A2ACEC20-4FD7-7041-B7BD-07DCC170FB35}" type="presParOf" srcId="{C3EEAFFA-BD57-454C-AAAA-7A434A00E7DA}" destId="{C03884ED-861B-1245-911A-C7D16A497D43}" srcOrd="8" destOrd="0" presId="urn:microsoft.com/office/officeart/2005/8/layout/vList2"/>
    <dgm:cxn modelId="{726FAEC3-DFFA-5646-885D-98A8469551C0}" type="presParOf" srcId="{C3EEAFFA-BD57-454C-AAAA-7A434A00E7DA}" destId="{59BCD64C-B977-244C-8E90-3D38375BA1B5}" srcOrd="9" destOrd="0" presId="urn:microsoft.com/office/officeart/2005/8/layout/vList2"/>
    <dgm:cxn modelId="{EA679229-B173-A643-ABC9-568A26948162}" type="presParOf" srcId="{C3EEAFFA-BD57-454C-AAAA-7A434A00E7DA}" destId="{EB57B59E-B8DC-AD4C-B594-293A919E1CD1}" srcOrd="10" destOrd="0" presId="urn:microsoft.com/office/officeart/2005/8/layout/vList2"/>
    <dgm:cxn modelId="{0155A39F-365A-144B-B130-85708627CF09}" type="presParOf" srcId="{C3EEAFFA-BD57-454C-AAAA-7A434A00E7DA}" destId="{4DEB8675-EEE8-FA40-B9FA-48CD9509E5AA}" srcOrd="11" destOrd="0" presId="urn:microsoft.com/office/officeart/2005/8/layout/vList2"/>
    <dgm:cxn modelId="{AC3FAB54-A192-5744-8714-F66B8BAEF1DD}" type="presParOf" srcId="{C3EEAFFA-BD57-454C-AAAA-7A434A00E7DA}" destId="{F0D06756-5E34-4A44-BD45-601DE2DA0E2B}" srcOrd="12" destOrd="0" presId="urn:microsoft.com/office/officeart/2005/8/layout/vList2"/>
    <dgm:cxn modelId="{6372780A-D93F-1D4F-B262-BF2BEF320413}" type="presParOf" srcId="{C3EEAFFA-BD57-454C-AAAA-7A434A00E7DA}" destId="{FDE71BE4-C8D7-284C-927C-B0197D2891AA}" srcOrd="13" destOrd="0" presId="urn:microsoft.com/office/officeart/2005/8/layout/vList2"/>
    <dgm:cxn modelId="{3626C670-39EF-7D40-BC65-E7D3CD8AE7CD}" type="presParOf" srcId="{C3EEAFFA-BD57-454C-AAAA-7A434A00E7DA}" destId="{757BFEE5-F277-014F-8DCC-1C7054A4BD30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58EAC686-9282-47C2-BA0B-E17B013FD271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B08EA8DE-6FD5-4E0C-AD97-516CA09EB562}">
      <dgm:prSet/>
      <dgm:spPr/>
      <dgm:t>
        <a:bodyPr/>
        <a:lstStyle/>
        <a:p>
          <a:pPr>
            <a:defRPr cap="all"/>
          </a:pPr>
          <a:r>
            <a:rPr lang="en-US"/>
            <a:t>Docker: turns the .NET API into a portable image (jobtracker-api:latest)</a:t>
          </a:r>
        </a:p>
      </dgm:t>
    </dgm:pt>
    <dgm:pt modelId="{98C64682-0197-4B2F-A07D-5055D250E93A}" type="parTrans" cxnId="{0654438E-B5D2-4084-A36C-37677D5071CF}">
      <dgm:prSet/>
      <dgm:spPr/>
      <dgm:t>
        <a:bodyPr/>
        <a:lstStyle/>
        <a:p>
          <a:endParaRPr lang="en-US"/>
        </a:p>
      </dgm:t>
    </dgm:pt>
    <dgm:pt modelId="{829004A9-42FC-48A3-A755-E83D8C653125}" type="sibTrans" cxnId="{0654438E-B5D2-4084-A36C-37677D5071CF}">
      <dgm:prSet/>
      <dgm:spPr/>
      <dgm:t>
        <a:bodyPr/>
        <a:lstStyle/>
        <a:p>
          <a:endParaRPr lang="en-US"/>
        </a:p>
      </dgm:t>
    </dgm:pt>
    <dgm:pt modelId="{A684FA42-511D-4080-B914-665B0BB7CE41}">
      <dgm:prSet/>
      <dgm:spPr/>
      <dgm:t>
        <a:bodyPr/>
        <a:lstStyle/>
        <a:p>
          <a:pPr>
            <a:defRPr cap="all"/>
          </a:pPr>
          <a:r>
            <a:rPr lang="en-US"/>
            <a:t>Image runs as a non-root user — reduces risk if the container is compromised</a:t>
          </a:r>
        </a:p>
      </dgm:t>
    </dgm:pt>
    <dgm:pt modelId="{F0E1921A-DA7B-493B-982D-D7667DB05997}" type="parTrans" cxnId="{D75D07A4-527B-4BA3-800B-B3A77C364AEE}">
      <dgm:prSet/>
      <dgm:spPr/>
      <dgm:t>
        <a:bodyPr/>
        <a:lstStyle/>
        <a:p>
          <a:endParaRPr lang="en-US"/>
        </a:p>
      </dgm:t>
    </dgm:pt>
    <dgm:pt modelId="{5C1C7416-9AD7-466E-8C91-E07CD5B0F449}" type="sibTrans" cxnId="{D75D07A4-527B-4BA3-800B-B3A77C364AEE}">
      <dgm:prSet/>
      <dgm:spPr/>
      <dgm:t>
        <a:bodyPr/>
        <a:lstStyle/>
        <a:p>
          <a:endParaRPr lang="en-US"/>
        </a:p>
      </dgm:t>
    </dgm:pt>
    <dgm:pt modelId="{33EADE57-935F-4230-9425-68B7E4DF7809}">
      <dgm:prSet/>
      <dgm:spPr/>
      <dgm:t>
        <a:bodyPr/>
        <a:lstStyle/>
        <a:p>
          <a:pPr>
            <a:defRPr cap="all"/>
          </a:pPr>
          <a:r>
            <a:rPr lang="en-US"/>
            <a:t>Vite: compiles React + TypeScript into static HTML/JS/CSS in frontend/dist/</a:t>
          </a:r>
        </a:p>
      </dgm:t>
    </dgm:pt>
    <dgm:pt modelId="{CBAE5701-F1BC-4187-8D24-B4E634B16B20}" type="parTrans" cxnId="{C76A8FA6-6907-4C2B-8D5D-55585CB10151}">
      <dgm:prSet/>
      <dgm:spPr/>
      <dgm:t>
        <a:bodyPr/>
        <a:lstStyle/>
        <a:p>
          <a:endParaRPr lang="en-US"/>
        </a:p>
      </dgm:t>
    </dgm:pt>
    <dgm:pt modelId="{3F311F2D-57DB-4F02-9B55-D0C55FA58C3F}" type="sibTrans" cxnId="{C76A8FA6-6907-4C2B-8D5D-55585CB10151}">
      <dgm:prSet/>
      <dgm:spPr/>
      <dgm:t>
        <a:bodyPr/>
        <a:lstStyle/>
        <a:p>
          <a:endParaRPr lang="en-US"/>
        </a:p>
      </dgm:t>
    </dgm:pt>
    <dgm:pt modelId="{57EC6677-CF08-4FA7-BB7E-12FF4BEB5785}">
      <dgm:prSet/>
      <dgm:spPr/>
      <dgm:t>
        <a:bodyPr/>
        <a:lstStyle/>
        <a:p>
          <a:pPr>
            <a:defRPr cap="all"/>
          </a:pPr>
          <a:r>
            <a:rPr lang="en-US"/>
            <a:t>Docker Compose: starts API + PostgreSQL together with persistent database storage</a:t>
          </a:r>
        </a:p>
      </dgm:t>
    </dgm:pt>
    <dgm:pt modelId="{8C2BC4E2-CC31-4339-8C11-66E88708C904}" type="parTrans" cxnId="{BDD6CD90-3B4F-4EEF-B718-15D75BB1D6CB}">
      <dgm:prSet/>
      <dgm:spPr/>
      <dgm:t>
        <a:bodyPr/>
        <a:lstStyle/>
        <a:p>
          <a:endParaRPr lang="en-US"/>
        </a:p>
      </dgm:t>
    </dgm:pt>
    <dgm:pt modelId="{1E1C9272-FB7C-4D7D-8363-11E9BE79B676}" type="sibTrans" cxnId="{BDD6CD90-3B4F-4EEF-B718-15D75BB1D6CB}">
      <dgm:prSet/>
      <dgm:spPr/>
      <dgm:t>
        <a:bodyPr/>
        <a:lstStyle/>
        <a:p>
          <a:endParaRPr lang="en-US"/>
        </a:p>
      </dgm:t>
    </dgm:pt>
    <dgm:pt modelId="{6C4AD009-8FF3-4619-92A3-7B702A5643D1}" type="pres">
      <dgm:prSet presAssocID="{58EAC686-9282-47C2-BA0B-E17B013FD271}" presName="root" presStyleCnt="0">
        <dgm:presLayoutVars>
          <dgm:dir/>
          <dgm:resizeHandles val="exact"/>
        </dgm:presLayoutVars>
      </dgm:prSet>
      <dgm:spPr/>
    </dgm:pt>
    <dgm:pt modelId="{C35AAB53-4349-469E-A7D3-522C2773A8F2}" type="pres">
      <dgm:prSet presAssocID="{B08EA8DE-6FD5-4E0C-AD97-516CA09EB562}" presName="compNode" presStyleCnt="0"/>
      <dgm:spPr/>
    </dgm:pt>
    <dgm:pt modelId="{599DAB80-0D52-4D50-956D-D8023C50108F}" type="pres">
      <dgm:prSet presAssocID="{B08EA8DE-6FD5-4E0C-AD97-516CA09EB562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CB7AD38C-1D0A-4435-8B8F-C3F1C836D31A}" type="pres">
      <dgm:prSet presAssocID="{B08EA8DE-6FD5-4E0C-AD97-516CA09EB562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518E2485-74A4-47F4-8F24-CAD6EC69FA13}" type="pres">
      <dgm:prSet presAssocID="{B08EA8DE-6FD5-4E0C-AD97-516CA09EB562}" presName="spaceRect" presStyleCnt="0"/>
      <dgm:spPr/>
    </dgm:pt>
    <dgm:pt modelId="{CDB53A06-3F20-40C2-A579-750C62EACDBB}" type="pres">
      <dgm:prSet presAssocID="{B08EA8DE-6FD5-4E0C-AD97-516CA09EB562}" presName="textRect" presStyleLbl="revTx" presStyleIdx="0" presStyleCnt="4">
        <dgm:presLayoutVars>
          <dgm:chMax val="1"/>
          <dgm:chPref val="1"/>
        </dgm:presLayoutVars>
      </dgm:prSet>
      <dgm:spPr/>
    </dgm:pt>
    <dgm:pt modelId="{332BC278-B673-442C-B50A-9D6B2095A866}" type="pres">
      <dgm:prSet presAssocID="{829004A9-42FC-48A3-A755-E83D8C653125}" presName="sibTrans" presStyleCnt="0"/>
      <dgm:spPr/>
    </dgm:pt>
    <dgm:pt modelId="{1066F398-9DCF-4097-BFAD-E12FF42E37D2}" type="pres">
      <dgm:prSet presAssocID="{A684FA42-511D-4080-B914-665B0BB7CE41}" presName="compNode" presStyleCnt="0"/>
      <dgm:spPr/>
    </dgm:pt>
    <dgm:pt modelId="{CBB2966D-9859-42D3-A5AE-461D737AAC01}" type="pres">
      <dgm:prSet presAssocID="{A684FA42-511D-4080-B914-665B0BB7CE41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E75E0B38-F40D-4240-BE02-94A0AA694B50}" type="pres">
      <dgm:prSet presAssocID="{A684FA42-511D-4080-B914-665B0BB7CE41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C67D4AAD-7339-4935-BA54-2EF2886ECABC}" type="pres">
      <dgm:prSet presAssocID="{A684FA42-511D-4080-B914-665B0BB7CE41}" presName="spaceRect" presStyleCnt="0"/>
      <dgm:spPr/>
    </dgm:pt>
    <dgm:pt modelId="{CE82EFA1-26D6-4C99-AC18-74A207555122}" type="pres">
      <dgm:prSet presAssocID="{A684FA42-511D-4080-B914-665B0BB7CE41}" presName="textRect" presStyleLbl="revTx" presStyleIdx="1" presStyleCnt="4">
        <dgm:presLayoutVars>
          <dgm:chMax val="1"/>
          <dgm:chPref val="1"/>
        </dgm:presLayoutVars>
      </dgm:prSet>
      <dgm:spPr/>
    </dgm:pt>
    <dgm:pt modelId="{533605FC-2001-4860-8E64-74C86209F6DE}" type="pres">
      <dgm:prSet presAssocID="{5C1C7416-9AD7-466E-8C91-E07CD5B0F449}" presName="sibTrans" presStyleCnt="0"/>
      <dgm:spPr/>
    </dgm:pt>
    <dgm:pt modelId="{AFED416E-ED0B-4BF8-941D-AD7D4BAC85D2}" type="pres">
      <dgm:prSet presAssocID="{33EADE57-935F-4230-9425-68B7E4DF7809}" presName="compNode" presStyleCnt="0"/>
      <dgm:spPr/>
    </dgm:pt>
    <dgm:pt modelId="{13D4773D-8545-45B4-949E-1F15E7A9FE66}" type="pres">
      <dgm:prSet presAssocID="{33EADE57-935F-4230-9425-68B7E4DF7809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7B8058E2-6AF7-4BBC-AA10-22C7DC49221E}" type="pres">
      <dgm:prSet presAssocID="{33EADE57-935F-4230-9425-68B7E4DF7809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56A4B782-F052-470D-92BA-024EB8535E33}" type="pres">
      <dgm:prSet presAssocID="{33EADE57-935F-4230-9425-68B7E4DF7809}" presName="spaceRect" presStyleCnt="0"/>
      <dgm:spPr/>
    </dgm:pt>
    <dgm:pt modelId="{5E4981AF-0CF4-4281-B5AB-89D5B30B2587}" type="pres">
      <dgm:prSet presAssocID="{33EADE57-935F-4230-9425-68B7E4DF7809}" presName="textRect" presStyleLbl="revTx" presStyleIdx="2" presStyleCnt="4">
        <dgm:presLayoutVars>
          <dgm:chMax val="1"/>
          <dgm:chPref val="1"/>
        </dgm:presLayoutVars>
      </dgm:prSet>
      <dgm:spPr/>
    </dgm:pt>
    <dgm:pt modelId="{2194E0FC-65A9-44A7-9995-01F2B1F14DC4}" type="pres">
      <dgm:prSet presAssocID="{3F311F2D-57DB-4F02-9B55-D0C55FA58C3F}" presName="sibTrans" presStyleCnt="0"/>
      <dgm:spPr/>
    </dgm:pt>
    <dgm:pt modelId="{509856DB-C473-473F-B0FA-9E780E1DD5C4}" type="pres">
      <dgm:prSet presAssocID="{57EC6677-CF08-4FA7-BB7E-12FF4BEB5785}" presName="compNode" presStyleCnt="0"/>
      <dgm:spPr/>
    </dgm:pt>
    <dgm:pt modelId="{92D040CA-C8C8-4738-B4D6-79BB09EF309C}" type="pres">
      <dgm:prSet presAssocID="{57EC6677-CF08-4FA7-BB7E-12FF4BEB5785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B52A6741-CC9C-4D8C-B4B9-0B5D31055232}" type="pres">
      <dgm:prSet presAssocID="{57EC6677-CF08-4FA7-BB7E-12FF4BEB5785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17C221DA-BD5D-47DC-82F1-4E2F3DC722BF}" type="pres">
      <dgm:prSet presAssocID="{57EC6677-CF08-4FA7-BB7E-12FF4BEB5785}" presName="spaceRect" presStyleCnt="0"/>
      <dgm:spPr/>
    </dgm:pt>
    <dgm:pt modelId="{B04D50DC-9F60-43FE-800D-91D5A3B14233}" type="pres">
      <dgm:prSet presAssocID="{57EC6677-CF08-4FA7-BB7E-12FF4BEB5785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78C18D23-E5E4-4B63-B564-335223AE0BBB}" type="presOf" srcId="{A684FA42-511D-4080-B914-665B0BB7CE41}" destId="{CE82EFA1-26D6-4C99-AC18-74A207555122}" srcOrd="0" destOrd="0" presId="urn:microsoft.com/office/officeart/2018/5/layout/IconLeafLabelList"/>
    <dgm:cxn modelId="{4778BC2F-8D39-4BBD-9E8D-AA83D3D08C75}" type="presOf" srcId="{B08EA8DE-6FD5-4E0C-AD97-516CA09EB562}" destId="{CDB53A06-3F20-40C2-A579-750C62EACDBB}" srcOrd="0" destOrd="0" presId="urn:microsoft.com/office/officeart/2018/5/layout/IconLeafLabelList"/>
    <dgm:cxn modelId="{0654438E-B5D2-4084-A36C-37677D5071CF}" srcId="{58EAC686-9282-47C2-BA0B-E17B013FD271}" destId="{B08EA8DE-6FD5-4E0C-AD97-516CA09EB562}" srcOrd="0" destOrd="0" parTransId="{98C64682-0197-4B2F-A07D-5055D250E93A}" sibTransId="{829004A9-42FC-48A3-A755-E83D8C653125}"/>
    <dgm:cxn modelId="{BDD6CD90-3B4F-4EEF-B718-15D75BB1D6CB}" srcId="{58EAC686-9282-47C2-BA0B-E17B013FD271}" destId="{57EC6677-CF08-4FA7-BB7E-12FF4BEB5785}" srcOrd="3" destOrd="0" parTransId="{8C2BC4E2-CC31-4339-8C11-66E88708C904}" sibTransId="{1E1C9272-FB7C-4D7D-8363-11E9BE79B676}"/>
    <dgm:cxn modelId="{02DEA395-FA28-46F1-B4A8-71208F06C83A}" type="presOf" srcId="{58EAC686-9282-47C2-BA0B-E17B013FD271}" destId="{6C4AD009-8FF3-4619-92A3-7B702A5643D1}" srcOrd="0" destOrd="0" presId="urn:microsoft.com/office/officeart/2018/5/layout/IconLeafLabelList"/>
    <dgm:cxn modelId="{D75D07A4-527B-4BA3-800B-B3A77C364AEE}" srcId="{58EAC686-9282-47C2-BA0B-E17B013FD271}" destId="{A684FA42-511D-4080-B914-665B0BB7CE41}" srcOrd="1" destOrd="0" parTransId="{F0E1921A-DA7B-493B-982D-D7667DB05997}" sibTransId="{5C1C7416-9AD7-466E-8C91-E07CD5B0F449}"/>
    <dgm:cxn modelId="{C76A8FA6-6907-4C2B-8D5D-55585CB10151}" srcId="{58EAC686-9282-47C2-BA0B-E17B013FD271}" destId="{33EADE57-935F-4230-9425-68B7E4DF7809}" srcOrd="2" destOrd="0" parTransId="{CBAE5701-F1BC-4187-8D24-B4E634B16B20}" sibTransId="{3F311F2D-57DB-4F02-9B55-D0C55FA58C3F}"/>
    <dgm:cxn modelId="{CD213CE8-BC44-4BAD-8FBA-EFB69A29C72A}" type="presOf" srcId="{57EC6677-CF08-4FA7-BB7E-12FF4BEB5785}" destId="{B04D50DC-9F60-43FE-800D-91D5A3B14233}" srcOrd="0" destOrd="0" presId="urn:microsoft.com/office/officeart/2018/5/layout/IconLeafLabelList"/>
    <dgm:cxn modelId="{2A399AFF-DC71-4458-84F8-5ED9598B0B7C}" type="presOf" srcId="{33EADE57-935F-4230-9425-68B7E4DF7809}" destId="{5E4981AF-0CF4-4281-B5AB-89D5B30B2587}" srcOrd="0" destOrd="0" presId="urn:microsoft.com/office/officeart/2018/5/layout/IconLeafLabelList"/>
    <dgm:cxn modelId="{E5C9CB70-628D-4522-B40A-B099409DC2EF}" type="presParOf" srcId="{6C4AD009-8FF3-4619-92A3-7B702A5643D1}" destId="{C35AAB53-4349-469E-A7D3-522C2773A8F2}" srcOrd="0" destOrd="0" presId="urn:microsoft.com/office/officeart/2018/5/layout/IconLeafLabelList"/>
    <dgm:cxn modelId="{B25DFD51-B275-437B-AA95-4980BF3AC4A2}" type="presParOf" srcId="{C35AAB53-4349-469E-A7D3-522C2773A8F2}" destId="{599DAB80-0D52-4D50-956D-D8023C50108F}" srcOrd="0" destOrd="0" presId="urn:microsoft.com/office/officeart/2018/5/layout/IconLeafLabelList"/>
    <dgm:cxn modelId="{6E1ED1AF-9932-4B1B-835B-1F06CB3D4E8C}" type="presParOf" srcId="{C35AAB53-4349-469E-A7D3-522C2773A8F2}" destId="{CB7AD38C-1D0A-4435-8B8F-C3F1C836D31A}" srcOrd="1" destOrd="0" presId="urn:microsoft.com/office/officeart/2018/5/layout/IconLeafLabelList"/>
    <dgm:cxn modelId="{429C61D1-7115-4AEE-9E43-6B5DDB388D43}" type="presParOf" srcId="{C35AAB53-4349-469E-A7D3-522C2773A8F2}" destId="{518E2485-74A4-47F4-8F24-CAD6EC69FA13}" srcOrd="2" destOrd="0" presId="urn:microsoft.com/office/officeart/2018/5/layout/IconLeafLabelList"/>
    <dgm:cxn modelId="{550CB90B-46A1-426D-97BB-BFDF6ADE186D}" type="presParOf" srcId="{C35AAB53-4349-469E-A7D3-522C2773A8F2}" destId="{CDB53A06-3F20-40C2-A579-750C62EACDBB}" srcOrd="3" destOrd="0" presId="urn:microsoft.com/office/officeart/2018/5/layout/IconLeafLabelList"/>
    <dgm:cxn modelId="{61B6E128-0BE1-4687-978F-392295C5C26E}" type="presParOf" srcId="{6C4AD009-8FF3-4619-92A3-7B702A5643D1}" destId="{332BC278-B673-442C-B50A-9D6B2095A866}" srcOrd="1" destOrd="0" presId="urn:microsoft.com/office/officeart/2018/5/layout/IconLeafLabelList"/>
    <dgm:cxn modelId="{BEA1D02C-8102-44F5-89B2-7FBBDA292346}" type="presParOf" srcId="{6C4AD009-8FF3-4619-92A3-7B702A5643D1}" destId="{1066F398-9DCF-4097-BFAD-E12FF42E37D2}" srcOrd="2" destOrd="0" presId="urn:microsoft.com/office/officeart/2018/5/layout/IconLeafLabelList"/>
    <dgm:cxn modelId="{C2696B51-7939-49F5-87A4-EBB6CA13666E}" type="presParOf" srcId="{1066F398-9DCF-4097-BFAD-E12FF42E37D2}" destId="{CBB2966D-9859-42D3-A5AE-461D737AAC01}" srcOrd="0" destOrd="0" presId="urn:microsoft.com/office/officeart/2018/5/layout/IconLeafLabelList"/>
    <dgm:cxn modelId="{38CDAEE6-7834-41EE-9DAF-096D00EF86A1}" type="presParOf" srcId="{1066F398-9DCF-4097-BFAD-E12FF42E37D2}" destId="{E75E0B38-F40D-4240-BE02-94A0AA694B50}" srcOrd="1" destOrd="0" presId="urn:microsoft.com/office/officeart/2018/5/layout/IconLeafLabelList"/>
    <dgm:cxn modelId="{0A4D5A81-ADED-4D8E-9135-A92CF210E898}" type="presParOf" srcId="{1066F398-9DCF-4097-BFAD-E12FF42E37D2}" destId="{C67D4AAD-7339-4935-BA54-2EF2886ECABC}" srcOrd="2" destOrd="0" presId="urn:microsoft.com/office/officeart/2018/5/layout/IconLeafLabelList"/>
    <dgm:cxn modelId="{053CB839-81C1-4AA5-8B0B-AD4DBE2C911C}" type="presParOf" srcId="{1066F398-9DCF-4097-BFAD-E12FF42E37D2}" destId="{CE82EFA1-26D6-4C99-AC18-74A207555122}" srcOrd="3" destOrd="0" presId="urn:microsoft.com/office/officeart/2018/5/layout/IconLeafLabelList"/>
    <dgm:cxn modelId="{4E8D006B-7AE2-42A5-BFDB-E019132693A6}" type="presParOf" srcId="{6C4AD009-8FF3-4619-92A3-7B702A5643D1}" destId="{533605FC-2001-4860-8E64-74C86209F6DE}" srcOrd="3" destOrd="0" presId="urn:microsoft.com/office/officeart/2018/5/layout/IconLeafLabelList"/>
    <dgm:cxn modelId="{E575D094-3EC4-44E7-98E1-E663A79634D2}" type="presParOf" srcId="{6C4AD009-8FF3-4619-92A3-7B702A5643D1}" destId="{AFED416E-ED0B-4BF8-941D-AD7D4BAC85D2}" srcOrd="4" destOrd="0" presId="urn:microsoft.com/office/officeart/2018/5/layout/IconLeafLabelList"/>
    <dgm:cxn modelId="{46FD29C6-8BC0-4662-B533-DF8720064704}" type="presParOf" srcId="{AFED416E-ED0B-4BF8-941D-AD7D4BAC85D2}" destId="{13D4773D-8545-45B4-949E-1F15E7A9FE66}" srcOrd="0" destOrd="0" presId="urn:microsoft.com/office/officeart/2018/5/layout/IconLeafLabelList"/>
    <dgm:cxn modelId="{843413CB-BF5E-474B-8FDF-4F6ED4F95E7E}" type="presParOf" srcId="{AFED416E-ED0B-4BF8-941D-AD7D4BAC85D2}" destId="{7B8058E2-6AF7-4BBC-AA10-22C7DC49221E}" srcOrd="1" destOrd="0" presId="urn:microsoft.com/office/officeart/2018/5/layout/IconLeafLabelList"/>
    <dgm:cxn modelId="{74A8D413-2FB9-4B6A-8307-D90B427FEE6F}" type="presParOf" srcId="{AFED416E-ED0B-4BF8-941D-AD7D4BAC85D2}" destId="{56A4B782-F052-470D-92BA-024EB8535E33}" srcOrd="2" destOrd="0" presId="urn:microsoft.com/office/officeart/2018/5/layout/IconLeafLabelList"/>
    <dgm:cxn modelId="{7381F209-70DA-44B1-960A-B964BFF6C62C}" type="presParOf" srcId="{AFED416E-ED0B-4BF8-941D-AD7D4BAC85D2}" destId="{5E4981AF-0CF4-4281-B5AB-89D5B30B2587}" srcOrd="3" destOrd="0" presId="urn:microsoft.com/office/officeart/2018/5/layout/IconLeafLabelList"/>
    <dgm:cxn modelId="{866B9C3F-2C50-4ACE-9881-349C62210C19}" type="presParOf" srcId="{6C4AD009-8FF3-4619-92A3-7B702A5643D1}" destId="{2194E0FC-65A9-44A7-9995-01F2B1F14DC4}" srcOrd="5" destOrd="0" presId="urn:microsoft.com/office/officeart/2018/5/layout/IconLeafLabelList"/>
    <dgm:cxn modelId="{CC0AB30F-47AB-4C85-9470-8CA0518D3332}" type="presParOf" srcId="{6C4AD009-8FF3-4619-92A3-7B702A5643D1}" destId="{509856DB-C473-473F-B0FA-9E780E1DD5C4}" srcOrd="6" destOrd="0" presId="urn:microsoft.com/office/officeart/2018/5/layout/IconLeafLabelList"/>
    <dgm:cxn modelId="{2D9B2155-98AC-4EFC-9065-C1AD61840EA2}" type="presParOf" srcId="{509856DB-C473-473F-B0FA-9E780E1DD5C4}" destId="{92D040CA-C8C8-4738-B4D6-79BB09EF309C}" srcOrd="0" destOrd="0" presId="urn:microsoft.com/office/officeart/2018/5/layout/IconLeafLabelList"/>
    <dgm:cxn modelId="{239BE7A1-C987-4487-BF6B-0A3BE700FAE7}" type="presParOf" srcId="{509856DB-C473-473F-B0FA-9E780E1DD5C4}" destId="{B52A6741-CC9C-4D8C-B4B9-0B5D31055232}" srcOrd="1" destOrd="0" presId="urn:microsoft.com/office/officeart/2018/5/layout/IconLeafLabelList"/>
    <dgm:cxn modelId="{0E893E80-FBFC-4581-898E-2069F50050BC}" type="presParOf" srcId="{509856DB-C473-473F-B0FA-9E780E1DD5C4}" destId="{17C221DA-BD5D-47DC-82F1-4E2F3DC722BF}" srcOrd="2" destOrd="0" presId="urn:microsoft.com/office/officeart/2018/5/layout/IconLeafLabelList"/>
    <dgm:cxn modelId="{573C9DDC-B2FA-4401-ABD3-300F35B7B66D}" type="presParOf" srcId="{509856DB-C473-473F-B0FA-9E780E1DD5C4}" destId="{B04D50DC-9F60-43FE-800D-91D5A3B14233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A7A87E4B-E724-4041-AE3C-833697E6993C}" type="doc">
      <dgm:prSet loTypeId="urn:microsoft.com/office/officeart/2005/8/layout/vList5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C251E34-81EA-4302-A776-65FD913E4FF0}">
      <dgm:prSet/>
      <dgm:spPr/>
      <dgm:t>
        <a:bodyPr/>
        <a:lstStyle/>
        <a:p>
          <a:r>
            <a:rPr lang="en-US"/>
            <a:t>deploy.sh: our script that publishes a new version to the Linode server</a:t>
          </a:r>
        </a:p>
      </dgm:t>
    </dgm:pt>
    <dgm:pt modelId="{BF0717E0-EB60-46F1-82A0-32D6B053FA9E}" type="parTrans" cxnId="{89FFB687-3EA2-4D24-84F5-D0D3F6AEA0BB}">
      <dgm:prSet/>
      <dgm:spPr/>
      <dgm:t>
        <a:bodyPr/>
        <a:lstStyle/>
        <a:p>
          <a:endParaRPr lang="en-US"/>
        </a:p>
      </dgm:t>
    </dgm:pt>
    <dgm:pt modelId="{78D28419-F5E1-44DD-A5AB-43D227C05B3B}" type="sibTrans" cxnId="{89FFB687-3EA2-4D24-84F5-D0D3F6AEA0BB}">
      <dgm:prSet/>
      <dgm:spPr/>
      <dgm:t>
        <a:bodyPr/>
        <a:lstStyle/>
        <a:p>
          <a:endParaRPr lang="en-US"/>
        </a:p>
      </dgm:t>
    </dgm:pt>
    <dgm:pt modelId="{4533332D-F083-4613-AA3A-18DBD8C71D59}">
      <dgm:prSet/>
      <dgm:spPr/>
      <dgm:t>
        <a:bodyPr/>
        <a:lstStyle/>
        <a:p>
          <a:r>
            <a:rPr lang="en-US"/>
            <a:t>Starts API and PostgreSQL containers; waits until database and API are healthy</a:t>
          </a:r>
        </a:p>
      </dgm:t>
    </dgm:pt>
    <dgm:pt modelId="{8FA47F02-E74E-49B3-AE1F-A265748095FE}" type="parTrans" cxnId="{8D75A5F8-9D3B-41BD-8F60-6F9794C25310}">
      <dgm:prSet/>
      <dgm:spPr/>
      <dgm:t>
        <a:bodyPr/>
        <a:lstStyle/>
        <a:p>
          <a:endParaRPr lang="en-US"/>
        </a:p>
      </dgm:t>
    </dgm:pt>
    <dgm:pt modelId="{CC724BF9-DF33-491F-A7B1-3EB3DE9FC076}" type="sibTrans" cxnId="{8D75A5F8-9D3B-41BD-8F60-6F9794C25310}">
      <dgm:prSet/>
      <dgm:spPr/>
      <dgm:t>
        <a:bodyPr/>
        <a:lstStyle/>
        <a:p>
          <a:endParaRPr lang="en-US"/>
        </a:p>
      </dgm:t>
    </dgm:pt>
    <dgm:pt modelId="{413FDEE6-9CE6-46F4-9DC8-14AF65CD04BF}">
      <dgm:prSet/>
      <dgm:spPr/>
      <dgm:t>
        <a:bodyPr/>
        <a:lstStyle/>
        <a:p>
          <a:r>
            <a:rPr lang="en-US"/>
            <a:t>Copies the React build to /var/www/jobtracker for nginx to serve</a:t>
          </a:r>
        </a:p>
      </dgm:t>
    </dgm:pt>
    <dgm:pt modelId="{F9D1D257-E300-4E4E-83CA-9282E40AE69B}" type="parTrans" cxnId="{6272F2EB-6FF6-4645-89BF-4D22350DAC41}">
      <dgm:prSet/>
      <dgm:spPr/>
      <dgm:t>
        <a:bodyPr/>
        <a:lstStyle/>
        <a:p>
          <a:endParaRPr lang="en-US"/>
        </a:p>
      </dgm:t>
    </dgm:pt>
    <dgm:pt modelId="{A2F55AA0-D4D7-4DC2-835D-C22D395333E1}" type="sibTrans" cxnId="{6272F2EB-6FF6-4645-89BF-4D22350DAC41}">
      <dgm:prSet/>
      <dgm:spPr/>
      <dgm:t>
        <a:bodyPr/>
        <a:lstStyle/>
        <a:p>
          <a:endParaRPr lang="en-US"/>
        </a:p>
      </dgm:t>
    </dgm:pt>
    <dgm:pt modelId="{82FBC9F5-C887-4A42-A23F-DCCC06E8D302}">
      <dgm:prSet/>
      <dgm:spPr/>
      <dgm:t>
        <a:bodyPr/>
        <a:lstStyle/>
        <a:p>
          <a:r>
            <a:rPr lang="en-US"/>
            <a:t>nginx: reverse proxy — serves the website and forwards /api to the API container</a:t>
          </a:r>
        </a:p>
      </dgm:t>
    </dgm:pt>
    <dgm:pt modelId="{1CF462B3-6278-4D25-BDC1-A1C37F6B597F}" type="parTrans" cxnId="{FCCBFB81-E06E-4967-9147-944C87AAED7E}">
      <dgm:prSet/>
      <dgm:spPr/>
      <dgm:t>
        <a:bodyPr/>
        <a:lstStyle/>
        <a:p>
          <a:endParaRPr lang="en-US"/>
        </a:p>
      </dgm:t>
    </dgm:pt>
    <dgm:pt modelId="{4FAAAE82-D5AF-4288-BC06-E3EC7ED5E971}" type="sibTrans" cxnId="{FCCBFB81-E06E-4967-9147-944C87AAED7E}">
      <dgm:prSet/>
      <dgm:spPr/>
      <dgm:t>
        <a:bodyPr/>
        <a:lstStyle/>
        <a:p>
          <a:endParaRPr lang="en-US"/>
        </a:p>
      </dgm:t>
    </dgm:pt>
    <dgm:pt modelId="{49175F1F-EA2B-478A-93D1-85BD5348E8B1}">
      <dgm:prSet/>
      <dgm:spPr/>
      <dgm:t>
        <a:bodyPr/>
        <a:lstStyle/>
        <a:p>
          <a:r>
            <a:rPr lang="en-US"/>
            <a:t>Database volume is never deleted — user data survives redeploys</a:t>
          </a:r>
        </a:p>
      </dgm:t>
    </dgm:pt>
    <dgm:pt modelId="{071D522D-A906-46D7-8AA2-E80D906B3D32}" type="parTrans" cxnId="{799676AC-F973-47D0-861E-045C1DA1E97E}">
      <dgm:prSet/>
      <dgm:spPr/>
      <dgm:t>
        <a:bodyPr/>
        <a:lstStyle/>
        <a:p>
          <a:endParaRPr lang="en-US"/>
        </a:p>
      </dgm:t>
    </dgm:pt>
    <dgm:pt modelId="{C6FF7082-98F7-4C9E-9420-739D462BA68F}" type="sibTrans" cxnId="{799676AC-F973-47D0-861E-045C1DA1E97E}">
      <dgm:prSet/>
      <dgm:spPr/>
      <dgm:t>
        <a:bodyPr/>
        <a:lstStyle/>
        <a:p>
          <a:endParaRPr lang="en-US"/>
        </a:p>
      </dgm:t>
    </dgm:pt>
    <dgm:pt modelId="{8695ADBD-C314-F846-B1B4-F93043244420}" type="pres">
      <dgm:prSet presAssocID="{A7A87E4B-E724-4041-AE3C-833697E6993C}" presName="Name0" presStyleCnt="0">
        <dgm:presLayoutVars>
          <dgm:dir/>
          <dgm:animLvl val="lvl"/>
          <dgm:resizeHandles val="exact"/>
        </dgm:presLayoutVars>
      </dgm:prSet>
      <dgm:spPr/>
    </dgm:pt>
    <dgm:pt modelId="{72889DCA-5052-2844-99FE-3E424298A204}" type="pres">
      <dgm:prSet presAssocID="{3C251E34-81EA-4302-A776-65FD913E4FF0}" presName="linNode" presStyleCnt="0"/>
      <dgm:spPr/>
    </dgm:pt>
    <dgm:pt modelId="{8893BF09-D917-9246-9A65-E70957D57F2D}" type="pres">
      <dgm:prSet presAssocID="{3C251E34-81EA-4302-A776-65FD913E4FF0}" presName="parentText" presStyleLbl="node1" presStyleIdx="0" presStyleCnt="5">
        <dgm:presLayoutVars>
          <dgm:chMax val="1"/>
          <dgm:bulletEnabled val="1"/>
        </dgm:presLayoutVars>
      </dgm:prSet>
      <dgm:spPr/>
    </dgm:pt>
    <dgm:pt modelId="{FD1005E0-2254-7F4C-8986-0C58E0E3BC0B}" type="pres">
      <dgm:prSet presAssocID="{78D28419-F5E1-44DD-A5AB-43D227C05B3B}" presName="sp" presStyleCnt="0"/>
      <dgm:spPr/>
    </dgm:pt>
    <dgm:pt modelId="{833469AD-2AEF-694F-8693-05030E709DA2}" type="pres">
      <dgm:prSet presAssocID="{4533332D-F083-4613-AA3A-18DBD8C71D59}" presName="linNode" presStyleCnt="0"/>
      <dgm:spPr/>
    </dgm:pt>
    <dgm:pt modelId="{A84E2959-48D2-7248-89E0-31175513FB19}" type="pres">
      <dgm:prSet presAssocID="{4533332D-F083-4613-AA3A-18DBD8C71D59}" presName="parentText" presStyleLbl="node1" presStyleIdx="1" presStyleCnt="5">
        <dgm:presLayoutVars>
          <dgm:chMax val="1"/>
          <dgm:bulletEnabled val="1"/>
        </dgm:presLayoutVars>
      </dgm:prSet>
      <dgm:spPr/>
    </dgm:pt>
    <dgm:pt modelId="{7B176B5D-9E95-C340-8D1D-32A57A1A1A31}" type="pres">
      <dgm:prSet presAssocID="{CC724BF9-DF33-491F-A7B1-3EB3DE9FC076}" presName="sp" presStyleCnt="0"/>
      <dgm:spPr/>
    </dgm:pt>
    <dgm:pt modelId="{0D26945E-610E-E942-A1CB-D2B339D64355}" type="pres">
      <dgm:prSet presAssocID="{413FDEE6-9CE6-46F4-9DC8-14AF65CD04BF}" presName="linNode" presStyleCnt="0"/>
      <dgm:spPr/>
    </dgm:pt>
    <dgm:pt modelId="{E4DB3705-2962-C647-AB3D-67BB6B2A0022}" type="pres">
      <dgm:prSet presAssocID="{413FDEE6-9CE6-46F4-9DC8-14AF65CD04BF}" presName="parentText" presStyleLbl="node1" presStyleIdx="2" presStyleCnt="5">
        <dgm:presLayoutVars>
          <dgm:chMax val="1"/>
          <dgm:bulletEnabled val="1"/>
        </dgm:presLayoutVars>
      </dgm:prSet>
      <dgm:spPr/>
    </dgm:pt>
    <dgm:pt modelId="{DF6E1D8B-C94D-D04C-8CC5-F70EE5A49C7C}" type="pres">
      <dgm:prSet presAssocID="{A2F55AA0-D4D7-4DC2-835D-C22D395333E1}" presName="sp" presStyleCnt="0"/>
      <dgm:spPr/>
    </dgm:pt>
    <dgm:pt modelId="{96AA4082-34E7-C445-A0A9-B11F9C2B4B00}" type="pres">
      <dgm:prSet presAssocID="{82FBC9F5-C887-4A42-A23F-DCCC06E8D302}" presName="linNode" presStyleCnt="0"/>
      <dgm:spPr/>
    </dgm:pt>
    <dgm:pt modelId="{3EE58E92-DDE1-564F-A229-332E1FA05444}" type="pres">
      <dgm:prSet presAssocID="{82FBC9F5-C887-4A42-A23F-DCCC06E8D302}" presName="parentText" presStyleLbl="node1" presStyleIdx="3" presStyleCnt="5">
        <dgm:presLayoutVars>
          <dgm:chMax val="1"/>
          <dgm:bulletEnabled val="1"/>
        </dgm:presLayoutVars>
      </dgm:prSet>
      <dgm:spPr/>
    </dgm:pt>
    <dgm:pt modelId="{709EBD9E-2F50-B645-9200-E607952C98C9}" type="pres">
      <dgm:prSet presAssocID="{4FAAAE82-D5AF-4288-BC06-E3EC7ED5E971}" presName="sp" presStyleCnt="0"/>
      <dgm:spPr/>
    </dgm:pt>
    <dgm:pt modelId="{9AC1922E-0BA9-2342-A2A6-36CA50653BD6}" type="pres">
      <dgm:prSet presAssocID="{49175F1F-EA2B-478A-93D1-85BD5348E8B1}" presName="linNode" presStyleCnt="0"/>
      <dgm:spPr/>
    </dgm:pt>
    <dgm:pt modelId="{15C89EA8-E3C9-CD45-B27C-B857C2D70FF5}" type="pres">
      <dgm:prSet presAssocID="{49175F1F-EA2B-478A-93D1-85BD5348E8B1}" presName="parentText" presStyleLbl="node1" presStyleIdx="4" presStyleCnt="5">
        <dgm:presLayoutVars>
          <dgm:chMax val="1"/>
          <dgm:bulletEnabled val="1"/>
        </dgm:presLayoutVars>
      </dgm:prSet>
      <dgm:spPr/>
    </dgm:pt>
  </dgm:ptLst>
  <dgm:cxnLst>
    <dgm:cxn modelId="{4BEED90E-E75C-3640-8FF2-B1331C636F4E}" type="presOf" srcId="{49175F1F-EA2B-478A-93D1-85BD5348E8B1}" destId="{15C89EA8-E3C9-CD45-B27C-B857C2D70FF5}" srcOrd="0" destOrd="0" presId="urn:microsoft.com/office/officeart/2005/8/layout/vList5"/>
    <dgm:cxn modelId="{4401AC4C-F2F4-8141-93E4-4BEE200D312B}" type="presOf" srcId="{A7A87E4B-E724-4041-AE3C-833697E6993C}" destId="{8695ADBD-C314-F846-B1B4-F93043244420}" srcOrd="0" destOrd="0" presId="urn:microsoft.com/office/officeart/2005/8/layout/vList5"/>
    <dgm:cxn modelId="{FA154279-8B0F-2845-9995-D51BAA34AB04}" type="presOf" srcId="{4533332D-F083-4613-AA3A-18DBD8C71D59}" destId="{A84E2959-48D2-7248-89E0-31175513FB19}" srcOrd="0" destOrd="0" presId="urn:microsoft.com/office/officeart/2005/8/layout/vList5"/>
    <dgm:cxn modelId="{FCCBFB81-E06E-4967-9147-944C87AAED7E}" srcId="{A7A87E4B-E724-4041-AE3C-833697E6993C}" destId="{82FBC9F5-C887-4A42-A23F-DCCC06E8D302}" srcOrd="3" destOrd="0" parTransId="{1CF462B3-6278-4D25-BDC1-A1C37F6B597F}" sibTransId="{4FAAAE82-D5AF-4288-BC06-E3EC7ED5E971}"/>
    <dgm:cxn modelId="{3C1A0B85-D6D6-FF44-B7B2-5281B4781E41}" type="presOf" srcId="{413FDEE6-9CE6-46F4-9DC8-14AF65CD04BF}" destId="{E4DB3705-2962-C647-AB3D-67BB6B2A0022}" srcOrd="0" destOrd="0" presId="urn:microsoft.com/office/officeart/2005/8/layout/vList5"/>
    <dgm:cxn modelId="{89FFB687-3EA2-4D24-84F5-D0D3F6AEA0BB}" srcId="{A7A87E4B-E724-4041-AE3C-833697E6993C}" destId="{3C251E34-81EA-4302-A776-65FD913E4FF0}" srcOrd="0" destOrd="0" parTransId="{BF0717E0-EB60-46F1-82A0-32D6B053FA9E}" sibTransId="{78D28419-F5E1-44DD-A5AB-43D227C05B3B}"/>
    <dgm:cxn modelId="{799676AC-F973-47D0-861E-045C1DA1E97E}" srcId="{A7A87E4B-E724-4041-AE3C-833697E6993C}" destId="{49175F1F-EA2B-478A-93D1-85BD5348E8B1}" srcOrd="4" destOrd="0" parTransId="{071D522D-A906-46D7-8AA2-E80D906B3D32}" sibTransId="{C6FF7082-98F7-4C9E-9420-739D462BA68F}"/>
    <dgm:cxn modelId="{FA5600B3-B683-A348-8FA1-F7BD55A603E7}" type="presOf" srcId="{3C251E34-81EA-4302-A776-65FD913E4FF0}" destId="{8893BF09-D917-9246-9A65-E70957D57F2D}" srcOrd="0" destOrd="0" presId="urn:microsoft.com/office/officeart/2005/8/layout/vList5"/>
    <dgm:cxn modelId="{0C0721C2-A64C-5B40-851B-F26E9AC4E41C}" type="presOf" srcId="{82FBC9F5-C887-4A42-A23F-DCCC06E8D302}" destId="{3EE58E92-DDE1-564F-A229-332E1FA05444}" srcOrd="0" destOrd="0" presId="urn:microsoft.com/office/officeart/2005/8/layout/vList5"/>
    <dgm:cxn modelId="{6272F2EB-6FF6-4645-89BF-4D22350DAC41}" srcId="{A7A87E4B-E724-4041-AE3C-833697E6993C}" destId="{413FDEE6-9CE6-46F4-9DC8-14AF65CD04BF}" srcOrd="2" destOrd="0" parTransId="{F9D1D257-E300-4E4E-83CA-9282E40AE69B}" sibTransId="{A2F55AA0-D4D7-4DC2-835D-C22D395333E1}"/>
    <dgm:cxn modelId="{8D75A5F8-9D3B-41BD-8F60-6F9794C25310}" srcId="{A7A87E4B-E724-4041-AE3C-833697E6993C}" destId="{4533332D-F083-4613-AA3A-18DBD8C71D59}" srcOrd="1" destOrd="0" parTransId="{8FA47F02-E74E-49B3-AE1F-A265748095FE}" sibTransId="{CC724BF9-DF33-491F-A7B1-3EB3DE9FC076}"/>
    <dgm:cxn modelId="{7BAB7F7B-1CE5-B046-A926-07935C4608F1}" type="presParOf" srcId="{8695ADBD-C314-F846-B1B4-F93043244420}" destId="{72889DCA-5052-2844-99FE-3E424298A204}" srcOrd="0" destOrd="0" presId="urn:microsoft.com/office/officeart/2005/8/layout/vList5"/>
    <dgm:cxn modelId="{B8DB8E5B-2C92-AA48-95FD-A16DF9E09BE7}" type="presParOf" srcId="{72889DCA-5052-2844-99FE-3E424298A204}" destId="{8893BF09-D917-9246-9A65-E70957D57F2D}" srcOrd="0" destOrd="0" presId="urn:microsoft.com/office/officeart/2005/8/layout/vList5"/>
    <dgm:cxn modelId="{D710EF03-CD54-AB48-954C-1668912499EF}" type="presParOf" srcId="{8695ADBD-C314-F846-B1B4-F93043244420}" destId="{FD1005E0-2254-7F4C-8986-0C58E0E3BC0B}" srcOrd="1" destOrd="0" presId="urn:microsoft.com/office/officeart/2005/8/layout/vList5"/>
    <dgm:cxn modelId="{E644B07D-CF02-F544-A87B-DD1BBFAD0553}" type="presParOf" srcId="{8695ADBD-C314-F846-B1B4-F93043244420}" destId="{833469AD-2AEF-694F-8693-05030E709DA2}" srcOrd="2" destOrd="0" presId="urn:microsoft.com/office/officeart/2005/8/layout/vList5"/>
    <dgm:cxn modelId="{62D475C7-712D-C341-AA51-5A11EAD4FFF9}" type="presParOf" srcId="{833469AD-2AEF-694F-8693-05030E709DA2}" destId="{A84E2959-48D2-7248-89E0-31175513FB19}" srcOrd="0" destOrd="0" presId="urn:microsoft.com/office/officeart/2005/8/layout/vList5"/>
    <dgm:cxn modelId="{C244F874-B561-F44C-986B-DD05E027E50F}" type="presParOf" srcId="{8695ADBD-C314-F846-B1B4-F93043244420}" destId="{7B176B5D-9E95-C340-8D1D-32A57A1A1A31}" srcOrd="3" destOrd="0" presId="urn:microsoft.com/office/officeart/2005/8/layout/vList5"/>
    <dgm:cxn modelId="{8C6E1974-7949-FD48-8C53-BA1CE992A82A}" type="presParOf" srcId="{8695ADBD-C314-F846-B1B4-F93043244420}" destId="{0D26945E-610E-E942-A1CB-D2B339D64355}" srcOrd="4" destOrd="0" presId="urn:microsoft.com/office/officeart/2005/8/layout/vList5"/>
    <dgm:cxn modelId="{8332D13A-EB1E-FF4F-86E5-B7AD46DD6232}" type="presParOf" srcId="{0D26945E-610E-E942-A1CB-D2B339D64355}" destId="{E4DB3705-2962-C647-AB3D-67BB6B2A0022}" srcOrd="0" destOrd="0" presId="urn:microsoft.com/office/officeart/2005/8/layout/vList5"/>
    <dgm:cxn modelId="{F62C9C55-807E-FF43-A7F8-C157C6C7C417}" type="presParOf" srcId="{8695ADBD-C314-F846-B1B4-F93043244420}" destId="{DF6E1D8B-C94D-D04C-8CC5-F70EE5A49C7C}" srcOrd="5" destOrd="0" presId="urn:microsoft.com/office/officeart/2005/8/layout/vList5"/>
    <dgm:cxn modelId="{BC148CC5-2C2B-8C4E-8F17-EEA2BD51BB54}" type="presParOf" srcId="{8695ADBD-C314-F846-B1B4-F93043244420}" destId="{96AA4082-34E7-C445-A0A9-B11F9C2B4B00}" srcOrd="6" destOrd="0" presId="urn:microsoft.com/office/officeart/2005/8/layout/vList5"/>
    <dgm:cxn modelId="{30ABBF0A-8FB1-7840-AD9C-E7950323339F}" type="presParOf" srcId="{96AA4082-34E7-C445-A0A9-B11F9C2B4B00}" destId="{3EE58E92-DDE1-564F-A229-332E1FA05444}" srcOrd="0" destOrd="0" presId="urn:microsoft.com/office/officeart/2005/8/layout/vList5"/>
    <dgm:cxn modelId="{F8286862-D4F7-4449-A6D5-FD8DCBEACB07}" type="presParOf" srcId="{8695ADBD-C314-F846-B1B4-F93043244420}" destId="{709EBD9E-2F50-B645-9200-E607952C98C9}" srcOrd="7" destOrd="0" presId="urn:microsoft.com/office/officeart/2005/8/layout/vList5"/>
    <dgm:cxn modelId="{E3BC0506-BF71-5446-857F-23D77E8FE4DF}" type="presParOf" srcId="{8695ADBD-C314-F846-B1B4-F93043244420}" destId="{9AC1922E-0BA9-2342-A2A6-36CA50653BD6}" srcOrd="8" destOrd="0" presId="urn:microsoft.com/office/officeart/2005/8/layout/vList5"/>
    <dgm:cxn modelId="{552A390D-1ECA-D047-A603-01FC120A375F}" type="presParOf" srcId="{9AC1922E-0BA9-2342-A2A6-36CA50653BD6}" destId="{15C89EA8-E3C9-CD45-B27C-B857C2D70FF5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8D9875C6-8865-404B-BA15-47E16848C47B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F12E04F-FF3C-4FC0-9FFA-1BBDE3B3BED9}">
      <dgm:prSet/>
      <dgm:spPr/>
      <dgm:t>
        <a:bodyPr/>
        <a:lstStyle/>
        <a:p>
          <a:pPr>
            <a:defRPr cap="all"/>
          </a:pPr>
          <a:r>
            <a:rPr lang="en-US"/>
            <a:t>Jenkins stores integration passwords: GitHub access, Snyk API token, SonarQube token</a:t>
          </a:r>
        </a:p>
      </dgm:t>
    </dgm:pt>
    <dgm:pt modelId="{3BE99C7C-45BD-45D3-AEC5-BFD5FE520F33}" type="parTrans" cxnId="{1A9F44C2-0DF4-412B-A985-4B5FAE3CB6D9}">
      <dgm:prSet/>
      <dgm:spPr/>
      <dgm:t>
        <a:bodyPr/>
        <a:lstStyle/>
        <a:p>
          <a:endParaRPr lang="en-US"/>
        </a:p>
      </dgm:t>
    </dgm:pt>
    <dgm:pt modelId="{3FBC41E0-2D3E-468B-B984-4683EE4607B9}" type="sibTrans" cxnId="{1A9F44C2-0DF4-412B-A985-4B5FAE3CB6D9}">
      <dgm:prSet/>
      <dgm:spPr/>
      <dgm:t>
        <a:bodyPr/>
        <a:lstStyle/>
        <a:p>
          <a:endParaRPr lang="en-US"/>
        </a:p>
      </dgm:t>
    </dgm:pt>
    <dgm:pt modelId="{C9965CFF-3082-4FDE-AF4E-816C5F8424D7}">
      <dgm:prSet/>
      <dgm:spPr/>
      <dgm:t>
        <a:bodyPr/>
        <a:lstStyle/>
        <a:p>
          <a:pPr>
            <a:defRPr cap="all"/>
          </a:pPr>
          <a:r>
            <a:rPr lang="en-US"/>
            <a:t>Server .env file stores app secrets: database password, JWT key, OpenAI key</a:t>
          </a:r>
        </a:p>
      </dgm:t>
    </dgm:pt>
    <dgm:pt modelId="{953264AF-EA20-4BBC-AEAF-2227413A920B}" type="parTrans" cxnId="{BC8184FF-F05B-404A-B86F-2DBBA93D90BC}">
      <dgm:prSet/>
      <dgm:spPr/>
      <dgm:t>
        <a:bodyPr/>
        <a:lstStyle/>
        <a:p>
          <a:endParaRPr lang="en-US"/>
        </a:p>
      </dgm:t>
    </dgm:pt>
    <dgm:pt modelId="{1F8B517E-6619-4406-B09F-ED22A1646AAE}" type="sibTrans" cxnId="{BC8184FF-F05B-404A-B86F-2DBBA93D90BC}">
      <dgm:prSet/>
      <dgm:spPr/>
      <dgm:t>
        <a:bodyPr/>
        <a:lstStyle/>
        <a:p>
          <a:endParaRPr lang="en-US"/>
        </a:p>
      </dgm:t>
    </dgm:pt>
    <dgm:pt modelId="{5B35CF87-0CDB-44D4-ADF3-01AF6AB837F4}">
      <dgm:prSet/>
      <dgm:spPr/>
      <dgm:t>
        <a:bodyPr/>
        <a:lstStyle/>
        <a:p>
          <a:pPr>
            <a:defRPr cap="all"/>
          </a:pPr>
          <a:r>
            <a:rPr lang="en-US"/>
            <a:t>Secrets are never committed to git — only .env.example templates in the repo</a:t>
          </a:r>
        </a:p>
      </dgm:t>
    </dgm:pt>
    <dgm:pt modelId="{C70B5875-D03F-468E-BD45-89487B4EA4C3}" type="parTrans" cxnId="{6DA785D1-816B-4278-B89B-E143DA0322E3}">
      <dgm:prSet/>
      <dgm:spPr/>
      <dgm:t>
        <a:bodyPr/>
        <a:lstStyle/>
        <a:p>
          <a:endParaRPr lang="en-US"/>
        </a:p>
      </dgm:t>
    </dgm:pt>
    <dgm:pt modelId="{4D649B65-28B1-4F83-8BC6-3BB21BB6E816}" type="sibTrans" cxnId="{6DA785D1-816B-4278-B89B-E143DA0322E3}">
      <dgm:prSet/>
      <dgm:spPr/>
      <dgm:t>
        <a:bodyPr/>
        <a:lstStyle/>
        <a:p>
          <a:endParaRPr lang="en-US"/>
        </a:p>
      </dgm:t>
    </dgm:pt>
    <dgm:pt modelId="{B6BA02FA-B821-43CA-9D5E-5A2499B35E09}">
      <dgm:prSet/>
      <dgm:spPr/>
      <dgm:t>
        <a:bodyPr/>
        <a:lstStyle/>
        <a:p>
          <a:pPr>
            <a:defRPr cap="all"/>
          </a:pPr>
          <a:r>
            <a:rPr lang="en-US"/>
            <a:t>Single environment today: every pipeline run targets main and deploys to production</a:t>
          </a:r>
        </a:p>
      </dgm:t>
    </dgm:pt>
    <dgm:pt modelId="{975B452C-F332-4F48-8966-8F06F420BCB4}" type="parTrans" cxnId="{E080A9E0-2670-4DF4-BE4D-0494638B2AF4}">
      <dgm:prSet/>
      <dgm:spPr/>
      <dgm:t>
        <a:bodyPr/>
        <a:lstStyle/>
        <a:p>
          <a:endParaRPr lang="en-US"/>
        </a:p>
      </dgm:t>
    </dgm:pt>
    <dgm:pt modelId="{02FAD16A-FA7C-4F59-884B-BCB04FE1435E}" type="sibTrans" cxnId="{E080A9E0-2670-4DF4-BE4D-0494638B2AF4}">
      <dgm:prSet/>
      <dgm:spPr/>
      <dgm:t>
        <a:bodyPr/>
        <a:lstStyle/>
        <a:p>
          <a:endParaRPr lang="en-US"/>
        </a:p>
      </dgm:t>
    </dgm:pt>
    <dgm:pt modelId="{FF1A3D68-4132-4376-A062-77C74E43D22E}" type="pres">
      <dgm:prSet presAssocID="{8D9875C6-8865-404B-BA15-47E16848C47B}" presName="root" presStyleCnt="0">
        <dgm:presLayoutVars>
          <dgm:dir/>
          <dgm:resizeHandles val="exact"/>
        </dgm:presLayoutVars>
      </dgm:prSet>
      <dgm:spPr/>
    </dgm:pt>
    <dgm:pt modelId="{C826BD19-4AE3-4169-819A-4B986287AF7B}" type="pres">
      <dgm:prSet presAssocID="{8F12E04F-FF3C-4FC0-9FFA-1BBDE3B3BED9}" presName="compNode" presStyleCnt="0"/>
      <dgm:spPr/>
    </dgm:pt>
    <dgm:pt modelId="{DA48EBD7-9E3D-4301-90B3-3932E515C7D3}" type="pres">
      <dgm:prSet presAssocID="{8F12E04F-FF3C-4FC0-9FFA-1BBDE3B3BED9}" presName="iconBgRect" presStyleLbl="bgShp" presStyleIdx="0" presStyleCnt="4"/>
      <dgm:spPr/>
    </dgm:pt>
    <dgm:pt modelId="{C3C8E792-E30D-4F54-8E2E-431FE32AEFE9}" type="pres">
      <dgm:prSet presAssocID="{8F12E04F-FF3C-4FC0-9FFA-1BBDE3B3BED9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redder"/>
        </a:ext>
      </dgm:extLst>
    </dgm:pt>
    <dgm:pt modelId="{E8363AB7-90E4-46DD-A6B6-F7A810560356}" type="pres">
      <dgm:prSet presAssocID="{8F12E04F-FF3C-4FC0-9FFA-1BBDE3B3BED9}" presName="spaceRect" presStyleCnt="0"/>
      <dgm:spPr/>
    </dgm:pt>
    <dgm:pt modelId="{13707493-3E36-4E81-83C3-D38D78532E55}" type="pres">
      <dgm:prSet presAssocID="{8F12E04F-FF3C-4FC0-9FFA-1BBDE3B3BED9}" presName="textRect" presStyleLbl="revTx" presStyleIdx="0" presStyleCnt="4">
        <dgm:presLayoutVars>
          <dgm:chMax val="1"/>
          <dgm:chPref val="1"/>
        </dgm:presLayoutVars>
      </dgm:prSet>
      <dgm:spPr/>
    </dgm:pt>
    <dgm:pt modelId="{A5E47AC4-07BF-43DB-BE07-8C7FEBFC96BC}" type="pres">
      <dgm:prSet presAssocID="{3FBC41E0-2D3E-468B-B984-4683EE4607B9}" presName="sibTrans" presStyleCnt="0"/>
      <dgm:spPr/>
    </dgm:pt>
    <dgm:pt modelId="{586AC6BD-5831-426D-A24C-115373C82D59}" type="pres">
      <dgm:prSet presAssocID="{C9965CFF-3082-4FDE-AF4E-816C5F8424D7}" presName="compNode" presStyleCnt="0"/>
      <dgm:spPr/>
    </dgm:pt>
    <dgm:pt modelId="{004121FC-4C60-417F-9CAB-8ACCFFA62464}" type="pres">
      <dgm:prSet presAssocID="{C9965CFF-3082-4FDE-AF4E-816C5F8424D7}" presName="iconBgRect" presStyleLbl="bgShp" presStyleIdx="1" presStyleCnt="4"/>
      <dgm:spPr/>
    </dgm:pt>
    <dgm:pt modelId="{D98A1559-CEB2-4859-89D6-860146612920}" type="pres">
      <dgm:prSet presAssocID="{C9965CFF-3082-4FDE-AF4E-816C5F8424D7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ey"/>
        </a:ext>
      </dgm:extLst>
    </dgm:pt>
    <dgm:pt modelId="{6DC3C579-7943-4C47-9D12-A9B1980882D1}" type="pres">
      <dgm:prSet presAssocID="{C9965CFF-3082-4FDE-AF4E-816C5F8424D7}" presName="spaceRect" presStyleCnt="0"/>
      <dgm:spPr/>
    </dgm:pt>
    <dgm:pt modelId="{B3FF0D29-692A-4886-A752-8350C17A0ECA}" type="pres">
      <dgm:prSet presAssocID="{C9965CFF-3082-4FDE-AF4E-816C5F8424D7}" presName="textRect" presStyleLbl="revTx" presStyleIdx="1" presStyleCnt="4">
        <dgm:presLayoutVars>
          <dgm:chMax val="1"/>
          <dgm:chPref val="1"/>
        </dgm:presLayoutVars>
      </dgm:prSet>
      <dgm:spPr/>
    </dgm:pt>
    <dgm:pt modelId="{57D5B6A5-2767-4363-9F1F-9E78D88CBDD9}" type="pres">
      <dgm:prSet presAssocID="{1F8B517E-6619-4406-B09F-ED22A1646AAE}" presName="sibTrans" presStyleCnt="0"/>
      <dgm:spPr/>
    </dgm:pt>
    <dgm:pt modelId="{D191D094-AAA5-4AEC-BB6D-DB1488CF4B78}" type="pres">
      <dgm:prSet presAssocID="{5B35CF87-0CDB-44D4-ADF3-01AF6AB837F4}" presName="compNode" presStyleCnt="0"/>
      <dgm:spPr/>
    </dgm:pt>
    <dgm:pt modelId="{35325A1E-6E36-41C7-A9B7-F11B4A6331FF}" type="pres">
      <dgm:prSet presAssocID="{5B35CF87-0CDB-44D4-ADF3-01AF6AB837F4}" presName="iconBgRect" presStyleLbl="bgShp" presStyleIdx="2" presStyleCnt="4"/>
      <dgm:spPr/>
    </dgm:pt>
    <dgm:pt modelId="{E4F35C54-38D2-454C-AB11-F6F81B269B15}" type="pres">
      <dgm:prSet presAssocID="{5B35CF87-0CDB-44D4-ADF3-01AF6AB837F4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nlock"/>
        </a:ext>
      </dgm:extLst>
    </dgm:pt>
    <dgm:pt modelId="{F8D45161-129C-471C-A9F6-5218000A3F9E}" type="pres">
      <dgm:prSet presAssocID="{5B35CF87-0CDB-44D4-ADF3-01AF6AB837F4}" presName="spaceRect" presStyleCnt="0"/>
      <dgm:spPr/>
    </dgm:pt>
    <dgm:pt modelId="{BF68C6FE-F841-435E-B95E-78921D1BE0A8}" type="pres">
      <dgm:prSet presAssocID="{5B35CF87-0CDB-44D4-ADF3-01AF6AB837F4}" presName="textRect" presStyleLbl="revTx" presStyleIdx="2" presStyleCnt="4">
        <dgm:presLayoutVars>
          <dgm:chMax val="1"/>
          <dgm:chPref val="1"/>
        </dgm:presLayoutVars>
      </dgm:prSet>
      <dgm:spPr/>
    </dgm:pt>
    <dgm:pt modelId="{B06D652E-6658-4C11-BE46-64B7228AFDBE}" type="pres">
      <dgm:prSet presAssocID="{4D649B65-28B1-4F83-8BC6-3BB21BB6E816}" presName="sibTrans" presStyleCnt="0"/>
      <dgm:spPr/>
    </dgm:pt>
    <dgm:pt modelId="{36477735-757B-4FD9-80EC-D4D74052D7C7}" type="pres">
      <dgm:prSet presAssocID="{B6BA02FA-B821-43CA-9D5E-5A2499B35E09}" presName="compNode" presStyleCnt="0"/>
      <dgm:spPr/>
    </dgm:pt>
    <dgm:pt modelId="{750F6F33-4AC7-458B-ACB1-B24A1296020A}" type="pres">
      <dgm:prSet presAssocID="{B6BA02FA-B821-43CA-9D5E-5A2499B35E09}" presName="iconBgRect" presStyleLbl="bgShp" presStyleIdx="3" presStyleCnt="4"/>
      <dgm:spPr/>
    </dgm:pt>
    <dgm:pt modelId="{77C461B1-3430-41DA-948E-83D6AB05B4F4}" type="pres">
      <dgm:prSet presAssocID="{B6BA02FA-B821-43CA-9D5E-5A2499B35E09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BD3C1758-B575-4943-996F-F80F67C91649}" type="pres">
      <dgm:prSet presAssocID="{B6BA02FA-B821-43CA-9D5E-5A2499B35E09}" presName="spaceRect" presStyleCnt="0"/>
      <dgm:spPr/>
    </dgm:pt>
    <dgm:pt modelId="{95544F2C-1D0F-4041-982C-605631AF2709}" type="pres">
      <dgm:prSet presAssocID="{B6BA02FA-B821-43CA-9D5E-5A2499B35E09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79B57427-ABEC-4FDE-8AF0-9B23015B9580}" type="presOf" srcId="{8F12E04F-FF3C-4FC0-9FFA-1BBDE3B3BED9}" destId="{13707493-3E36-4E81-83C3-D38D78532E55}" srcOrd="0" destOrd="0" presId="urn:microsoft.com/office/officeart/2018/5/layout/IconCircleLabelList"/>
    <dgm:cxn modelId="{45D0E55F-6420-449E-94FF-9721B2FF95DF}" type="presOf" srcId="{B6BA02FA-B821-43CA-9D5E-5A2499B35E09}" destId="{95544F2C-1D0F-4041-982C-605631AF2709}" srcOrd="0" destOrd="0" presId="urn:microsoft.com/office/officeart/2018/5/layout/IconCircleLabelList"/>
    <dgm:cxn modelId="{18A7D193-1C76-4A94-A114-E34582801E2A}" type="presOf" srcId="{5B35CF87-0CDB-44D4-ADF3-01AF6AB837F4}" destId="{BF68C6FE-F841-435E-B95E-78921D1BE0A8}" srcOrd="0" destOrd="0" presId="urn:microsoft.com/office/officeart/2018/5/layout/IconCircleLabelList"/>
    <dgm:cxn modelId="{F0E1F6BB-6080-407B-B1A2-470186F1DF27}" type="presOf" srcId="{C9965CFF-3082-4FDE-AF4E-816C5F8424D7}" destId="{B3FF0D29-692A-4886-A752-8350C17A0ECA}" srcOrd="0" destOrd="0" presId="urn:microsoft.com/office/officeart/2018/5/layout/IconCircleLabelList"/>
    <dgm:cxn modelId="{1A9F44C2-0DF4-412B-A985-4B5FAE3CB6D9}" srcId="{8D9875C6-8865-404B-BA15-47E16848C47B}" destId="{8F12E04F-FF3C-4FC0-9FFA-1BBDE3B3BED9}" srcOrd="0" destOrd="0" parTransId="{3BE99C7C-45BD-45D3-AEC5-BFD5FE520F33}" sibTransId="{3FBC41E0-2D3E-468B-B984-4683EE4607B9}"/>
    <dgm:cxn modelId="{6DA785D1-816B-4278-B89B-E143DA0322E3}" srcId="{8D9875C6-8865-404B-BA15-47E16848C47B}" destId="{5B35CF87-0CDB-44D4-ADF3-01AF6AB837F4}" srcOrd="2" destOrd="0" parTransId="{C70B5875-D03F-468E-BD45-89487B4EA4C3}" sibTransId="{4D649B65-28B1-4F83-8BC6-3BB21BB6E816}"/>
    <dgm:cxn modelId="{A5C26FDA-5FFC-40AB-809C-0D69EF6B2271}" type="presOf" srcId="{8D9875C6-8865-404B-BA15-47E16848C47B}" destId="{FF1A3D68-4132-4376-A062-77C74E43D22E}" srcOrd="0" destOrd="0" presId="urn:microsoft.com/office/officeart/2018/5/layout/IconCircleLabelList"/>
    <dgm:cxn modelId="{E080A9E0-2670-4DF4-BE4D-0494638B2AF4}" srcId="{8D9875C6-8865-404B-BA15-47E16848C47B}" destId="{B6BA02FA-B821-43CA-9D5E-5A2499B35E09}" srcOrd="3" destOrd="0" parTransId="{975B452C-F332-4F48-8966-8F06F420BCB4}" sibTransId="{02FAD16A-FA7C-4F59-884B-BCB04FE1435E}"/>
    <dgm:cxn modelId="{BC8184FF-F05B-404A-B86F-2DBBA93D90BC}" srcId="{8D9875C6-8865-404B-BA15-47E16848C47B}" destId="{C9965CFF-3082-4FDE-AF4E-816C5F8424D7}" srcOrd="1" destOrd="0" parTransId="{953264AF-EA20-4BBC-AEAF-2227413A920B}" sibTransId="{1F8B517E-6619-4406-B09F-ED22A1646AAE}"/>
    <dgm:cxn modelId="{964CFF67-F034-404D-9DB6-C0EA5D422023}" type="presParOf" srcId="{FF1A3D68-4132-4376-A062-77C74E43D22E}" destId="{C826BD19-4AE3-4169-819A-4B986287AF7B}" srcOrd="0" destOrd="0" presId="urn:microsoft.com/office/officeart/2018/5/layout/IconCircleLabelList"/>
    <dgm:cxn modelId="{2C351223-82EB-4DEF-ADAD-F98DF0295790}" type="presParOf" srcId="{C826BD19-4AE3-4169-819A-4B986287AF7B}" destId="{DA48EBD7-9E3D-4301-90B3-3932E515C7D3}" srcOrd="0" destOrd="0" presId="urn:microsoft.com/office/officeart/2018/5/layout/IconCircleLabelList"/>
    <dgm:cxn modelId="{AE181041-DE8E-4186-BB2C-AF01F626A9AA}" type="presParOf" srcId="{C826BD19-4AE3-4169-819A-4B986287AF7B}" destId="{C3C8E792-E30D-4F54-8E2E-431FE32AEFE9}" srcOrd="1" destOrd="0" presId="urn:microsoft.com/office/officeart/2018/5/layout/IconCircleLabelList"/>
    <dgm:cxn modelId="{D9FADBC3-66E4-4220-8D75-F06A02A4CC5C}" type="presParOf" srcId="{C826BD19-4AE3-4169-819A-4B986287AF7B}" destId="{E8363AB7-90E4-46DD-A6B6-F7A810560356}" srcOrd="2" destOrd="0" presId="urn:microsoft.com/office/officeart/2018/5/layout/IconCircleLabelList"/>
    <dgm:cxn modelId="{71A4FD90-D692-40B8-BD12-923C2291730C}" type="presParOf" srcId="{C826BD19-4AE3-4169-819A-4B986287AF7B}" destId="{13707493-3E36-4E81-83C3-D38D78532E55}" srcOrd="3" destOrd="0" presId="urn:microsoft.com/office/officeart/2018/5/layout/IconCircleLabelList"/>
    <dgm:cxn modelId="{659C0AD9-BF58-4385-A9EB-F813473CDD1C}" type="presParOf" srcId="{FF1A3D68-4132-4376-A062-77C74E43D22E}" destId="{A5E47AC4-07BF-43DB-BE07-8C7FEBFC96BC}" srcOrd="1" destOrd="0" presId="urn:microsoft.com/office/officeart/2018/5/layout/IconCircleLabelList"/>
    <dgm:cxn modelId="{172045C2-1F18-4FF7-90A9-47A6F1DCB4DC}" type="presParOf" srcId="{FF1A3D68-4132-4376-A062-77C74E43D22E}" destId="{586AC6BD-5831-426D-A24C-115373C82D59}" srcOrd="2" destOrd="0" presId="urn:microsoft.com/office/officeart/2018/5/layout/IconCircleLabelList"/>
    <dgm:cxn modelId="{C9E84298-8F6F-4E0D-9BF4-AF0A212E9FFD}" type="presParOf" srcId="{586AC6BD-5831-426D-A24C-115373C82D59}" destId="{004121FC-4C60-417F-9CAB-8ACCFFA62464}" srcOrd="0" destOrd="0" presId="urn:microsoft.com/office/officeart/2018/5/layout/IconCircleLabelList"/>
    <dgm:cxn modelId="{8B337EB6-9891-430E-A55A-384E0A9567B6}" type="presParOf" srcId="{586AC6BD-5831-426D-A24C-115373C82D59}" destId="{D98A1559-CEB2-4859-89D6-860146612920}" srcOrd="1" destOrd="0" presId="urn:microsoft.com/office/officeart/2018/5/layout/IconCircleLabelList"/>
    <dgm:cxn modelId="{D5E34ED7-E8B5-482B-B420-4AE4B1C70FF5}" type="presParOf" srcId="{586AC6BD-5831-426D-A24C-115373C82D59}" destId="{6DC3C579-7943-4C47-9D12-A9B1980882D1}" srcOrd="2" destOrd="0" presId="urn:microsoft.com/office/officeart/2018/5/layout/IconCircleLabelList"/>
    <dgm:cxn modelId="{3F972107-70B7-47CD-BBAE-A9B604B19AF8}" type="presParOf" srcId="{586AC6BD-5831-426D-A24C-115373C82D59}" destId="{B3FF0D29-692A-4886-A752-8350C17A0ECA}" srcOrd="3" destOrd="0" presId="urn:microsoft.com/office/officeart/2018/5/layout/IconCircleLabelList"/>
    <dgm:cxn modelId="{11C638E6-BDAF-4AA6-B4DE-1C9409D6834D}" type="presParOf" srcId="{FF1A3D68-4132-4376-A062-77C74E43D22E}" destId="{57D5B6A5-2767-4363-9F1F-9E78D88CBDD9}" srcOrd="3" destOrd="0" presId="urn:microsoft.com/office/officeart/2018/5/layout/IconCircleLabelList"/>
    <dgm:cxn modelId="{10B46C51-14E0-409D-BF27-3CB2CF0F0279}" type="presParOf" srcId="{FF1A3D68-4132-4376-A062-77C74E43D22E}" destId="{D191D094-AAA5-4AEC-BB6D-DB1488CF4B78}" srcOrd="4" destOrd="0" presId="urn:microsoft.com/office/officeart/2018/5/layout/IconCircleLabelList"/>
    <dgm:cxn modelId="{CF55336D-A86E-4BB7-A9FE-FAE847B4C631}" type="presParOf" srcId="{D191D094-AAA5-4AEC-BB6D-DB1488CF4B78}" destId="{35325A1E-6E36-41C7-A9B7-F11B4A6331FF}" srcOrd="0" destOrd="0" presId="urn:microsoft.com/office/officeart/2018/5/layout/IconCircleLabelList"/>
    <dgm:cxn modelId="{4C0F6850-6016-4615-83B8-CBDE1E9CF530}" type="presParOf" srcId="{D191D094-AAA5-4AEC-BB6D-DB1488CF4B78}" destId="{E4F35C54-38D2-454C-AB11-F6F81B269B15}" srcOrd="1" destOrd="0" presId="urn:microsoft.com/office/officeart/2018/5/layout/IconCircleLabelList"/>
    <dgm:cxn modelId="{775C5D8B-1257-41FE-9A68-D79CC4A316E5}" type="presParOf" srcId="{D191D094-AAA5-4AEC-BB6D-DB1488CF4B78}" destId="{F8D45161-129C-471C-A9F6-5218000A3F9E}" srcOrd="2" destOrd="0" presId="urn:microsoft.com/office/officeart/2018/5/layout/IconCircleLabelList"/>
    <dgm:cxn modelId="{7BE975D0-B2EB-4490-B60A-07A26695F753}" type="presParOf" srcId="{D191D094-AAA5-4AEC-BB6D-DB1488CF4B78}" destId="{BF68C6FE-F841-435E-B95E-78921D1BE0A8}" srcOrd="3" destOrd="0" presId="urn:microsoft.com/office/officeart/2018/5/layout/IconCircleLabelList"/>
    <dgm:cxn modelId="{E6A9A21C-ACD1-4E35-BFA5-895170DF5676}" type="presParOf" srcId="{FF1A3D68-4132-4376-A062-77C74E43D22E}" destId="{B06D652E-6658-4C11-BE46-64B7228AFDBE}" srcOrd="5" destOrd="0" presId="urn:microsoft.com/office/officeart/2018/5/layout/IconCircleLabelList"/>
    <dgm:cxn modelId="{E93C5602-EF7F-4B64-8542-A59D9666F87E}" type="presParOf" srcId="{FF1A3D68-4132-4376-A062-77C74E43D22E}" destId="{36477735-757B-4FD9-80EC-D4D74052D7C7}" srcOrd="6" destOrd="0" presId="urn:microsoft.com/office/officeart/2018/5/layout/IconCircleLabelList"/>
    <dgm:cxn modelId="{5E5D872F-1BA4-42F4-BB18-2066EBAFBCC2}" type="presParOf" srcId="{36477735-757B-4FD9-80EC-D4D74052D7C7}" destId="{750F6F33-4AC7-458B-ACB1-B24A1296020A}" srcOrd="0" destOrd="0" presId="urn:microsoft.com/office/officeart/2018/5/layout/IconCircleLabelList"/>
    <dgm:cxn modelId="{03BBDEA7-121E-4A98-AD62-C0F10E5EEBBB}" type="presParOf" srcId="{36477735-757B-4FD9-80EC-D4D74052D7C7}" destId="{77C461B1-3430-41DA-948E-83D6AB05B4F4}" srcOrd="1" destOrd="0" presId="urn:microsoft.com/office/officeart/2018/5/layout/IconCircleLabelList"/>
    <dgm:cxn modelId="{39809EF5-C78B-402C-B468-3042CBDD3CA3}" type="presParOf" srcId="{36477735-757B-4FD9-80EC-D4D74052D7C7}" destId="{BD3C1758-B575-4943-996F-F80F67C91649}" srcOrd="2" destOrd="0" presId="urn:microsoft.com/office/officeart/2018/5/layout/IconCircleLabelList"/>
    <dgm:cxn modelId="{A70EC47A-3900-4FF3-9E6C-A281B357BC90}" type="presParOf" srcId="{36477735-757B-4FD9-80EC-D4D74052D7C7}" destId="{95544F2C-1D0F-4041-982C-605631AF2709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E19FBD-B760-4480-AB81-7AF7F392BEAE}">
      <dsp:nvSpPr>
        <dsp:cNvPr id="0" name=""/>
        <dsp:cNvSpPr/>
      </dsp:nvSpPr>
      <dsp:spPr>
        <a:xfrm>
          <a:off x="788484" y="1153021"/>
          <a:ext cx="844593" cy="8445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17E67F-8802-458F-8567-9C2AAEAC1135}">
      <dsp:nvSpPr>
        <dsp:cNvPr id="0" name=""/>
        <dsp:cNvSpPr/>
      </dsp:nvSpPr>
      <dsp:spPr>
        <a:xfrm>
          <a:off x="4219" y="2078745"/>
          <a:ext cx="2413125" cy="5876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Register and login with JWT authentication</a:t>
          </a:r>
        </a:p>
      </dsp:txBody>
      <dsp:txXfrm>
        <a:off x="4219" y="2078745"/>
        <a:ext cx="2413125" cy="587668"/>
      </dsp:txXfrm>
    </dsp:sp>
    <dsp:sp modelId="{181FDD36-BED4-45ED-8C34-1DE947C08717}">
      <dsp:nvSpPr>
        <dsp:cNvPr id="0" name=""/>
        <dsp:cNvSpPr/>
      </dsp:nvSpPr>
      <dsp:spPr>
        <a:xfrm>
          <a:off x="4219" y="2704150"/>
          <a:ext cx="2413125" cy="3356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076F5C8-2D9B-428E-927A-BE02DAE50D36}">
      <dsp:nvSpPr>
        <dsp:cNvPr id="0" name=""/>
        <dsp:cNvSpPr/>
      </dsp:nvSpPr>
      <dsp:spPr>
        <a:xfrm>
          <a:off x="3623906" y="1153021"/>
          <a:ext cx="844593" cy="8445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F248AC-DC59-4444-829D-4485FA94F897}">
      <dsp:nvSpPr>
        <dsp:cNvPr id="0" name=""/>
        <dsp:cNvSpPr/>
      </dsp:nvSpPr>
      <dsp:spPr>
        <a:xfrm>
          <a:off x="2839641" y="2078745"/>
          <a:ext cx="2413125" cy="5876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CRUD job applications with status workflow</a:t>
          </a:r>
        </a:p>
      </dsp:txBody>
      <dsp:txXfrm>
        <a:off x="2839641" y="2078745"/>
        <a:ext cx="2413125" cy="587668"/>
      </dsp:txXfrm>
    </dsp:sp>
    <dsp:sp modelId="{99CB1B7B-DE62-4F2C-8A0E-FB6750E8DCB1}">
      <dsp:nvSpPr>
        <dsp:cNvPr id="0" name=""/>
        <dsp:cNvSpPr/>
      </dsp:nvSpPr>
      <dsp:spPr>
        <a:xfrm>
          <a:off x="2839641" y="2704150"/>
          <a:ext cx="2413125" cy="3356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Draft → Applied → Interviewing → Offer → Rejected</a:t>
          </a:r>
        </a:p>
      </dsp:txBody>
      <dsp:txXfrm>
        <a:off x="2839641" y="2704150"/>
        <a:ext cx="2413125" cy="335633"/>
      </dsp:txXfrm>
    </dsp:sp>
    <dsp:sp modelId="{3AF52808-6C85-4F93-A8BD-CE9F50C5CD51}">
      <dsp:nvSpPr>
        <dsp:cNvPr id="0" name=""/>
        <dsp:cNvSpPr/>
      </dsp:nvSpPr>
      <dsp:spPr>
        <a:xfrm>
          <a:off x="6459328" y="1153021"/>
          <a:ext cx="844593" cy="8445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8EBFEC-0F3D-4A92-A3D8-23D87B0E81D2}">
      <dsp:nvSpPr>
        <dsp:cNvPr id="0" name=""/>
        <dsp:cNvSpPr/>
      </dsp:nvSpPr>
      <dsp:spPr>
        <a:xfrm>
          <a:off x="5675062" y="2078745"/>
          <a:ext cx="2413125" cy="5876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Upload resumes (PDF, DOCX, plain text)</a:t>
          </a:r>
        </a:p>
      </dsp:txBody>
      <dsp:txXfrm>
        <a:off x="5675062" y="2078745"/>
        <a:ext cx="2413125" cy="587668"/>
      </dsp:txXfrm>
    </dsp:sp>
    <dsp:sp modelId="{FD479664-2331-4975-BE42-52928A5138D9}">
      <dsp:nvSpPr>
        <dsp:cNvPr id="0" name=""/>
        <dsp:cNvSpPr/>
      </dsp:nvSpPr>
      <dsp:spPr>
        <a:xfrm>
          <a:off x="5675062" y="2704150"/>
          <a:ext cx="2413125" cy="3356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667378-0FD7-4ACC-8BE1-85F9D0D05811}">
      <dsp:nvSpPr>
        <dsp:cNvPr id="0" name=""/>
        <dsp:cNvSpPr/>
      </dsp:nvSpPr>
      <dsp:spPr>
        <a:xfrm>
          <a:off x="9294750" y="1153021"/>
          <a:ext cx="844593" cy="8445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D92B24-E38E-47B2-8CFA-2301974A2E93}">
      <dsp:nvSpPr>
        <dsp:cNvPr id="0" name=""/>
        <dsp:cNvSpPr/>
      </dsp:nvSpPr>
      <dsp:spPr>
        <a:xfrm>
          <a:off x="8510484" y="2078745"/>
          <a:ext cx="2413125" cy="5876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AI analysis: summary, strengths, weaknesses, suggestions, match score</a:t>
          </a:r>
        </a:p>
      </dsp:txBody>
      <dsp:txXfrm>
        <a:off x="8510484" y="2078745"/>
        <a:ext cx="2413125" cy="587668"/>
      </dsp:txXfrm>
    </dsp:sp>
    <dsp:sp modelId="{14034ECD-73B6-42F0-940D-D811C4A1D748}">
      <dsp:nvSpPr>
        <dsp:cNvPr id="0" name=""/>
        <dsp:cNvSpPr/>
      </dsp:nvSpPr>
      <dsp:spPr>
        <a:xfrm>
          <a:off x="8510484" y="2704150"/>
          <a:ext cx="2413125" cy="3356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DB17D4-6420-4739-8270-E7882C6DDC10}">
      <dsp:nvSpPr>
        <dsp:cNvPr id="0" name=""/>
        <dsp:cNvSpPr/>
      </dsp:nvSpPr>
      <dsp:spPr>
        <a:xfrm>
          <a:off x="0" y="4366"/>
          <a:ext cx="6245265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7A3BD0-E7FB-4009-9EFC-586564756F80}">
      <dsp:nvSpPr>
        <dsp:cNvPr id="0" name=""/>
        <dsp:cNvSpPr/>
      </dsp:nvSpPr>
      <dsp:spPr>
        <a:xfrm>
          <a:off x="281355" y="213639"/>
          <a:ext cx="511556" cy="511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959FCB-1521-44E9-A263-78AF633C7E6E}">
      <dsp:nvSpPr>
        <dsp:cNvPr id="0" name=""/>
        <dsp:cNvSpPr/>
      </dsp:nvSpPr>
      <dsp:spPr>
        <a:xfrm>
          <a:off x="1074268" y="4366"/>
          <a:ext cx="5170996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Frontend: React 19, TypeScript, Vite 7, React Router, Bootstrap 5</a:t>
          </a:r>
        </a:p>
      </dsp:txBody>
      <dsp:txXfrm>
        <a:off x="1074268" y="4366"/>
        <a:ext cx="5170996" cy="930102"/>
      </dsp:txXfrm>
    </dsp:sp>
    <dsp:sp modelId="{806828C9-546D-4D9B-A55C-09FDD52EBF91}">
      <dsp:nvSpPr>
        <dsp:cNvPr id="0" name=""/>
        <dsp:cNvSpPr/>
      </dsp:nvSpPr>
      <dsp:spPr>
        <a:xfrm>
          <a:off x="0" y="1166994"/>
          <a:ext cx="6245265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E1D5C4-155B-48D8-904D-04228159A8BE}">
      <dsp:nvSpPr>
        <dsp:cNvPr id="0" name=""/>
        <dsp:cNvSpPr/>
      </dsp:nvSpPr>
      <dsp:spPr>
        <a:xfrm>
          <a:off x="281355" y="1376267"/>
          <a:ext cx="511556" cy="511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2D86EC-F00F-4728-9256-4EC7F5493AA9}">
      <dsp:nvSpPr>
        <dsp:cNvPr id="0" name=""/>
        <dsp:cNvSpPr/>
      </dsp:nvSpPr>
      <dsp:spPr>
        <a:xfrm>
          <a:off x="1074268" y="1166994"/>
          <a:ext cx="5170996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Backend: ASP.NET Core 8, EF Core 8, JWT, BCrypt</a:t>
          </a:r>
        </a:p>
      </dsp:txBody>
      <dsp:txXfrm>
        <a:off x="1074268" y="1166994"/>
        <a:ext cx="5170996" cy="930102"/>
      </dsp:txXfrm>
    </dsp:sp>
    <dsp:sp modelId="{5F003A87-DA70-4D6E-A4CD-BEF9392401B6}">
      <dsp:nvSpPr>
        <dsp:cNvPr id="0" name=""/>
        <dsp:cNvSpPr/>
      </dsp:nvSpPr>
      <dsp:spPr>
        <a:xfrm>
          <a:off x="0" y="2329622"/>
          <a:ext cx="6245265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81AFB4-E647-4D29-A623-F10235E85A1A}">
      <dsp:nvSpPr>
        <dsp:cNvPr id="0" name=""/>
        <dsp:cNvSpPr/>
      </dsp:nvSpPr>
      <dsp:spPr>
        <a:xfrm>
          <a:off x="281355" y="2538895"/>
          <a:ext cx="511556" cy="511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FB8517-1DCA-4609-B16E-6998F4162DE8}">
      <dsp:nvSpPr>
        <dsp:cNvPr id="0" name=""/>
        <dsp:cNvSpPr/>
      </dsp:nvSpPr>
      <dsp:spPr>
        <a:xfrm>
          <a:off x="1074268" y="2329622"/>
          <a:ext cx="5170996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Database: PostgreSQL 15 (Docker)</a:t>
          </a:r>
        </a:p>
      </dsp:txBody>
      <dsp:txXfrm>
        <a:off x="1074268" y="2329622"/>
        <a:ext cx="5170996" cy="930102"/>
      </dsp:txXfrm>
    </dsp:sp>
    <dsp:sp modelId="{9EFC6BDE-F4C0-4D99-A437-50735B6366DC}">
      <dsp:nvSpPr>
        <dsp:cNvPr id="0" name=""/>
        <dsp:cNvSpPr/>
      </dsp:nvSpPr>
      <dsp:spPr>
        <a:xfrm>
          <a:off x="0" y="3492250"/>
          <a:ext cx="6245265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9B986F-7BF9-4B0A-8ACE-64B6D344E4AC}">
      <dsp:nvSpPr>
        <dsp:cNvPr id="0" name=""/>
        <dsp:cNvSpPr/>
      </dsp:nvSpPr>
      <dsp:spPr>
        <a:xfrm>
          <a:off x="281355" y="3701523"/>
          <a:ext cx="511556" cy="511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88E27F-24A4-42E2-B3DC-168082D1DD76}">
      <dsp:nvSpPr>
        <dsp:cNvPr id="0" name=""/>
        <dsp:cNvSpPr/>
      </dsp:nvSpPr>
      <dsp:spPr>
        <a:xfrm>
          <a:off x="1074268" y="3492250"/>
          <a:ext cx="5170996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AI: OpenAI Chat Completions (gpt-4.1-mini)</a:t>
          </a:r>
        </a:p>
      </dsp:txBody>
      <dsp:txXfrm>
        <a:off x="1074268" y="3492250"/>
        <a:ext cx="5170996" cy="930102"/>
      </dsp:txXfrm>
    </dsp:sp>
    <dsp:sp modelId="{930A8BEB-CCA1-4ED2-B59E-55358239E65F}">
      <dsp:nvSpPr>
        <dsp:cNvPr id="0" name=""/>
        <dsp:cNvSpPr/>
      </dsp:nvSpPr>
      <dsp:spPr>
        <a:xfrm>
          <a:off x="0" y="4654878"/>
          <a:ext cx="6245265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A95C0A-DDAE-47F3-AE97-4B38B885DC05}">
      <dsp:nvSpPr>
        <dsp:cNvPr id="0" name=""/>
        <dsp:cNvSpPr/>
      </dsp:nvSpPr>
      <dsp:spPr>
        <a:xfrm>
          <a:off x="281355" y="4864151"/>
          <a:ext cx="511556" cy="511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2D55D8-F4A4-48DE-9F3E-6FC7E9CCF4B9}">
      <dsp:nvSpPr>
        <dsp:cNvPr id="0" name=""/>
        <dsp:cNvSpPr/>
      </dsp:nvSpPr>
      <dsp:spPr>
        <a:xfrm>
          <a:off x="1074268" y="4654878"/>
          <a:ext cx="5170996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Ops: Docker, Docker Compose, nginx, Linode Ubuntu 24.04</a:t>
          </a:r>
        </a:p>
      </dsp:txBody>
      <dsp:txXfrm>
        <a:off x="1074268" y="4654878"/>
        <a:ext cx="5170996" cy="93010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CFBE9A-7E99-417A-86C5-6615632508D2}">
      <dsp:nvSpPr>
        <dsp:cNvPr id="0" name=""/>
        <dsp:cNvSpPr/>
      </dsp:nvSpPr>
      <dsp:spPr>
        <a:xfrm>
          <a:off x="562927" y="788206"/>
          <a:ext cx="1445998" cy="1445998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872DDF-D77C-41C4-988D-91474E9BB4BF}">
      <dsp:nvSpPr>
        <dsp:cNvPr id="0" name=""/>
        <dsp:cNvSpPr/>
      </dsp:nvSpPr>
      <dsp:spPr>
        <a:xfrm>
          <a:off x="871091" y="1096370"/>
          <a:ext cx="829671" cy="82967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97F234-56D8-4480-9E87-07811083C9DA}">
      <dsp:nvSpPr>
        <dsp:cNvPr id="0" name=""/>
        <dsp:cNvSpPr/>
      </dsp:nvSpPr>
      <dsp:spPr>
        <a:xfrm>
          <a:off x="100682" y="2684598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/>
            <a:t>Browser → nginx → React static (/var/www/jobtracker)</a:t>
          </a:r>
        </a:p>
      </dsp:txBody>
      <dsp:txXfrm>
        <a:off x="100682" y="2684598"/>
        <a:ext cx="2370489" cy="720000"/>
      </dsp:txXfrm>
    </dsp:sp>
    <dsp:sp modelId="{5CA8517A-BE0A-4F68-996F-6D05651F2809}">
      <dsp:nvSpPr>
        <dsp:cNvPr id="0" name=""/>
        <dsp:cNvSpPr/>
      </dsp:nvSpPr>
      <dsp:spPr>
        <a:xfrm>
          <a:off x="3348252" y="788206"/>
          <a:ext cx="1445998" cy="1445998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C6B5ED-107F-4B44-855B-6A0E2516A0B9}">
      <dsp:nvSpPr>
        <dsp:cNvPr id="0" name=""/>
        <dsp:cNvSpPr/>
      </dsp:nvSpPr>
      <dsp:spPr>
        <a:xfrm>
          <a:off x="3656416" y="1096370"/>
          <a:ext cx="829671" cy="82967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2DBF67-FBDE-4247-93E6-BB816391507D}">
      <dsp:nvSpPr>
        <dsp:cNvPr id="0" name=""/>
        <dsp:cNvSpPr/>
      </dsp:nvSpPr>
      <dsp:spPr>
        <a:xfrm>
          <a:off x="2886007" y="2684598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/>
            <a:t>nginx /api/ proxy → Dockerized .NET API → PostgreSQL</a:t>
          </a:r>
        </a:p>
      </dsp:txBody>
      <dsp:txXfrm>
        <a:off x="2886007" y="2684598"/>
        <a:ext cx="2370489" cy="720000"/>
      </dsp:txXfrm>
    </dsp:sp>
    <dsp:sp modelId="{50391B35-E718-4BA3-A788-5C383FEA6A2C}">
      <dsp:nvSpPr>
        <dsp:cNvPr id="0" name=""/>
        <dsp:cNvSpPr/>
      </dsp:nvSpPr>
      <dsp:spPr>
        <a:xfrm>
          <a:off x="6133577" y="788206"/>
          <a:ext cx="1445998" cy="1445998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F2AE582-DE58-4458-BE6D-EC95DE41CCD2}">
      <dsp:nvSpPr>
        <dsp:cNvPr id="0" name=""/>
        <dsp:cNvSpPr/>
      </dsp:nvSpPr>
      <dsp:spPr>
        <a:xfrm>
          <a:off x="6441741" y="1096370"/>
          <a:ext cx="829671" cy="82967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916F21-E11E-40CD-8092-DD333A943706}">
      <dsp:nvSpPr>
        <dsp:cNvPr id="0" name=""/>
        <dsp:cNvSpPr/>
      </dsp:nvSpPr>
      <dsp:spPr>
        <a:xfrm>
          <a:off x="5671332" y="2684598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/>
            <a:t>API → OpenAI; resume files on container disk (/app/uploads)</a:t>
          </a:r>
        </a:p>
      </dsp:txBody>
      <dsp:txXfrm>
        <a:off x="5671332" y="2684598"/>
        <a:ext cx="2370489" cy="720000"/>
      </dsp:txXfrm>
    </dsp:sp>
    <dsp:sp modelId="{E9797E8B-A6C1-401A-A9E3-26E3EDDF2844}">
      <dsp:nvSpPr>
        <dsp:cNvPr id="0" name=""/>
        <dsp:cNvSpPr/>
      </dsp:nvSpPr>
      <dsp:spPr>
        <a:xfrm>
          <a:off x="8918902" y="788206"/>
          <a:ext cx="1445998" cy="1445998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D3420B-D401-486B-B690-1814ACFCBF9F}">
      <dsp:nvSpPr>
        <dsp:cNvPr id="0" name=""/>
        <dsp:cNvSpPr/>
      </dsp:nvSpPr>
      <dsp:spPr>
        <a:xfrm>
          <a:off x="9227066" y="1096370"/>
          <a:ext cx="829671" cy="82967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5CAA70-4FE2-48A9-833E-D755716D6DE6}">
      <dsp:nvSpPr>
        <dsp:cNvPr id="0" name=""/>
        <dsp:cNvSpPr/>
      </dsp:nvSpPr>
      <dsp:spPr>
        <a:xfrm>
          <a:off x="8456657" y="2684598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/>
            <a:t>Backend layers: API → Core → Infrastructure</a:t>
          </a:r>
        </a:p>
      </dsp:txBody>
      <dsp:txXfrm>
        <a:off x="8456657" y="2684598"/>
        <a:ext cx="2370489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929184D-90B2-4CA0-80D7-B2BC95861FB3}">
      <dsp:nvSpPr>
        <dsp:cNvPr id="0" name=""/>
        <dsp:cNvSpPr/>
      </dsp:nvSpPr>
      <dsp:spPr>
        <a:xfrm>
          <a:off x="282221" y="159118"/>
          <a:ext cx="1371985" cy="137198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044C0D-40C9-4D04-BB32-09143D7E1383}">
      <dsp:nvSpPr>
        <dsp:cNvPr id="0" name=""/>
        <dsp:cNvSpPr/>
      </dsp:nvSpPr>
      <dsp:spPr>
        <a:xfrm>
          <a:off x="570337" y="447234"/>
          <a:ext cx="795751" cy="7957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083A76-97F0-4DC7-ACCC-D4140AEA9F6E}">
      <dsp:nvSpPr>
        <dsp:cNvPr id="0" name=""/>
        <dsp:cNvSpPr/>
      </dsp:nvSpPr>
      <dsp:spPr>
        <a:xfrm>
          <a:off x="1948202" y="159118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BCrypt password hashing; JWT Bearer on protected routes</a:t>
          </a:r>
        </a:p>
      </dsp:txBody>
      <dsp:txXfrm>
        <a:off x="1948202" y="159118"/>
        <a:ext cx="3233964" cy="1371985"/>
      </dsp:txXfrm>
    </dsp:sp>
    <dsp:sp modelId="{5A69AB0E-8E05-463E-94D5-F92DAE383481}">
      <dsp:nvSpPr>
        <dsp:cNvPr id="0" name=""/>
        <dsp:cNvSpPr/>
      </dsp:nvSpPr>
      <dsp:spPr>
        <a:xfrm>
          <a:off x="5745661" y="159118"/>
          <a:ext cx="1371985" cy="137198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F403FE-924F-47EA-875B-5772ED994294}">
      <dsp:nvSpPr>
        <dsp:cNvPr id="0" name=""/>
        <dsp:cNvSpPr/>
      </dsp:nvSpPr>
      <dsp:spPr>
        <a:xfrm>
          <a:off x="6033778" y="447234"/>
          <a:ext cx="795751" cy="7957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A8856E-BDC9-48BF-AAF1-31E91D9BCBCC}">
      <dsp:nvSpPr>
        <dsp:cNvPr id="0" name=""/>
        <dsp:cNvSpPr/>
      </dsp:nvSpPr>
      <dsp:spPr>
        <a:xfrm>
          <a:off x="7411643" y="159118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User-scoped data via /me endpoints and authorization</a:t>
          </a:r>
        </a:p>
      </dsp:txBody>
      <dsp:txXfrm>
        <a:off x="7411643" y="159118"/>
        <a:ext cx="3233964" cy="1371985"/>
      </dsp:txXfrm>
    </dsp:sp>
    <dsp:sp modelId="{10A5882E-3689-4E84-ACEE-DA0D27A689E4}">
      <dsp:nvSpPr>
        <dsp:cNvPr id="0" name=""/>
        <dsp:cNvSpPr/>
      </dsp:nvSpPr>
      <dsp:spPr>
        <a:xfrm>
          <a:off x="282221" y="2158301"/>
          <a:ext cx="1371985" cy="137198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3830B56-1D4F-4E78-8810-69F62A799AD7}">
      <dsp:nvSpPr>
        <dsp:cNvPr id="0" name=""/>
        <dsp:cNvSpPr/>
      </dsp:nvSpPr>
      <dsp:spPr>
        <a:xfrm>
          <a:off x="570337" y="2446418"/>
          <a:ext cx="795751" cy="7957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643B2B-2637-4F26-B25E-DB051B404DB6}">
      <dsp:nvSpPr>
        <dsp:cNvPr id="0" name=""/>
        <dsp:cNvSpPr/>
      </dsp:nvSpPr>
      <dsp:spPr>
        <a:xfrm>
          <a:off x="1948202" y="2158301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DTOs, pagination, search, and sort on list endpoints</a:t>
          </a:r>
        </a:p>
      </dsp:txBody>
      <dsp:txXfrm>
        <a:off x="1948202" y="2158301"/>
        <a:ext cx="3233964" cy="1371985"/>
      </dsp:txXfrm>
    </dsp:sp>
    <dsp:sp modelId="{A0D319C8-9BB4-43E5-8BBF-373669122E66}">
      <dsp:nvSpPr>
        <dsp:cNvPr id="0" name=""/>
        <dsp:cNvSpPr/>
      </dsp:nvSpPr>
      <dsp:spPr>
        <a:xfrm>
          <a:off x="5745661" y="2158301"/>
          <a:ext cx="1371985" cy="137198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03E10B-E433-48CF-9956-54AF2DFCD824}">
      <dsp:nvSpPr>
        <dsp:cNvPr id="0" name=""/>
        <dsp:cNvSpPr/>
      </dsp:nvSpPr>
      <dsp:spPr>
        <a:xfrm>
          <a:off x="6033778" y="2446418"/>
          <a:ext cx="795751" cy="7957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E965D8-B9AB-4AB0-A2EC-34EBB4F48B21}">
      <dsp:nvSpPr>
        <dsp:cNvPr id="0" name=""/>
        <dsp:cNvSpPr/>
      </dsp:nvSpPr>
      <dsp:spPr>
        <a:xfrm>
          <a:off x="7411643" y="2158301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Secrets in backend/.env — not committed to git</a:t>
          </a:r>
        </a:p>
      </dsp:txBody>
      <dsp:txXfrm>
        <a:off x="7411643" y="2158301"/>
        <a:ext cx="3233964" cy="137198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8CD2DE-935A-F541-9A87-D1A99857DD54}">
      <dsp:nvSpPr>
        <dsp:cNvPr id="0" name=""/>
        <dsp:cNvSpPr/>
      </dsp:nvSpPr>
      <dsp:spPr>
        <a:xfrm>
          <a:off x="606456" y="0"/>
          <a:ext cx="5453920" cy="5453920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8D9EEA64-2D5D-A244-BBB8-CFECF27E4D0E}">
      <dsp:nvSpPr>
        <dsp:cNvPr id="0" name=""/>
        <dsp:cNvSpPr/>
      </dsp:nvSpPr>
      <dsp:spPr>
        <a:xfrm>
          <a:off x="1124578" y="518122"/>
          <a:ext cx="2127028" cy="2127028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Jenkins (CI/CD server): runs our build pipeline automatically on each trigger</a:t>
          </a:r>
        </a:p>
      </dsp:txBody>
      <dsp:txXfrm>
        <a:off x="1228411" y="621955"/>
        <a:ext cx="1919362" cy="1919362"/>
      </dsp:txXfrm>
    </dsp:sp>
    <dsp:sp modelId="{95EBB9D0-A622-7C48-81BA-128AAF8968CB}">
      <dsp:nvSpPr>
        <dsp:cNvPr id="0" name=""/>
        <dsp:cNvSpPr/>
      </dsp:nvSpPr>
      <dsp:spPr>
        <a:xfrm>
          <a:off x="3415225" y="518122"/>
          <a:ext cx="2127028" cy="2127028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Not using GitHub Actions — the full pipeline is on a Linode server</a:t>
          </a:r>
        </a:p>
      </dsp:txBody>
      <dsp:txXfrm>
        <a:off x="3519058" y="621955"/>
        <a:ext cx="1919362" cy="1919362"/>
      </dsp:txXfrm>
    </dsp:sp>
    <dsp:sp modelId="{B7EB5B71-2284-D746-847F-49645A08799B}">
      <dsp:nvSpPr>
        <dsp:cNvPr id="0" name=""/>
        <dsp:cNvSpPr/>
      </dsp:nvSpPr>
      <dsp:spPr>
        <a:xfrm>
          <a:off x="1124578" y="2808768"/>
          <a:ext cx="2127028" cy="2127028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Pipeline defined in backend/Jenkinsfile — version-controlled like app code</a:t>
          </a:r>
        </a:p>
      </dsp:txBody>
      <dsp:txXfrm>
        <a:off x="1228411" y="2912601"/>
        <a:ext cx="1919362" cy="1919362"/>
      </dsp:txXfrm>
    </dsp:sp>
    <dsp:sp modelId="{4D275D0C-F351-164A-965A-95C983B82967}">
      <dsp:nvSpPr>
        <dsp:cNvPr id="0" name=""/>
        <dsp:cNvSpPr/>
      </dsp:nvSpPr>
      <dsp:spPr>
        <a:xfrm>
          <a:off x="3415225" y="2808768"/>
          <a:ext cx="2127028" cy="2127028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Every successful run deploys to production — quality and security checks run first</a:t>
          </a:r>
        </a:p>
      </dsp:txBody>
      <dsp:txXfrm>
        <a:off x="3519058" y="2912601"/>
        <a:ext cx="1919362" cy="191936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B6C47-7455-4F36-A7CD-75246C38EB6D}">
      <dsp:nvSpPr>
        <dsp:cNvPr id="0" name=""/>
        <dsp:cNvSpPr/>
      </dsp:nvSpPr>
      <dsp:spPr>
        <a:xfrm>
          <a:off x="205509" y="619429"/>
          <a:ext cx="911674" cy="91167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932032-380B-445B-A680-E0312BDDD8E1}">
      <dsp:nvSpPr>
        <dsp:cNvPr id="0" name=""/>
        <dsp:cNvSpPr/>
      </dsp:nvSpPr>
      <dsp:spPr>
        <a:xfrm>
          <a:off x="396960" y="810880"/>
          <a:ext cx="528770" cy="5287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B15387-69A8-43E8-8B0B-AFA19F070B68}">
      <dsp:nvSpPr>
        <dsp:cNvPr id="0" name=""/>
        <dsp:cNvSpPr/>
      </dsp:nvSpPr>
      <dsp:spPr>
        <a:xfrm>
          <a:off x="1312541" y="619429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Linode: cloud Linux server — hosts the live app and Jenkins build agent</a:t>
          </a:r>
        </a:p>
      </dsp:txBody>
      <dsp:txXfrm>
        <a:off x="1312541" y="619429"/>
        <a:ext cx="2148945" cy="911674"/>
      </dsp:txXfrm>
    </dsp:sp>
    <dsp:sp modelId="{B0659A71-A9A5-43CD-81DF-54825E64775B}">
      <dsp:nvSpPr>
        <dsp:cNvPr id="0" name=""/>
        <dsp:cNvSpPr/>
      </dsp:nvSpPr>
      <dsp:spPr>
        <a:xfrm>
          <a:off x="3835925" y="619429"/>
          <a:ext cx="911674" cy="91167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22296BB-0925-4E89-87B0-D8967701F46A}">
      <dsp:nvSpPr>
        <dsp:cNvPr id="0" name=""/>
        <dsp:cNvSpPr/>
      </dsp:nvSpPr>
      <dsp:spPr>
        <a:xfrm>
          <a:off x="4027376" y="810880"/>
          <a:ext cx="528770" cy="5287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3A507B-35B6-4365-9F1B-BDCDEE3EE710}">
      <dsp:nvSpPr>
        <dsp:cNvPr id="0" name=""/>
        <dsp:cNvSpPr/>
      </dsp:nvSpPr>
      <dsp:spPr>
        <a:xfrm>
          <a:off x="4942957" y="619429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Jenkins agent: worker that runs pipeline steps (needs Docker installed)</a:t>
          </a:r>
        </a:p>
      </dsp:txBody>
      <dsp:txXfrm>
        <a:off x="4942957" y="619429"/>
        <a:ext cx="2148945" cy="911674"/>
      </dsp:txXfrm>
    </dsp:sp>
    <dsp:sp modelId="{4265B86B-D950-4031-818E-AF9298D577C1}">
      <dsp:nvSpPr>
        <dsp:cNvPr id="0" name=""/>
        <dsp:cNvSpPr/>
      </dsp:nvSpPr>
      <dsp:spPr>
        <a:xfrm>
          <a:off x="7466341" y="619429"/>
          <a:ext cx="911674" cy="91167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32F3884-2420-446E-A44B-17EF1C5EA42C}">
      <dsp:nvSpPr>
        <dsp:cNvPr id="0" name=""/>
        <dsp:cNvSpPr/>
      </dsp:nvSpPr>
      <dsp:spPr>
        <a:xfrm>
          <a:off x="7657792" y="810880"/>
          <a:ext cx="528770" cy="5287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E81926-377A-4886-A648-EFEC22937E77}">
      <dsp:nvSpPr>
        <dsp:cNvPr id="0" name=""/>
        <dsp:cNvSpPr/>
      </dsp:nvSpPr>
      <dsp:spPr>
        <a:xfrm>
          <a:off x="8573374" y="619429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One-time setup scripts install Docker, .NET 8, Node 20, and nginx</a:t>
          </a:r>
        </a:p>
      </dsp:txBody>
      <dsp:txXfrm>
        <a:off x="8573374" y="619429"/>
        <a:ext cx="2148945" cy="911674"/>
      </dsp:txXfrm>
    </dsp:sp>
    <dsp:sp modelId="{0CCE96BE-0AF0-427B-9348-4220FABA8F8A}">
      <dsp:nvSpPr>
        <dsp:cNvPr id="0" name=""/>
        <dsp:cNvSpPr/>
      </dsp:nvSpPr>
      <dsp:spPr>
        <a:xfrm>
          <a:off x="205509" y="2158301"/>
          <a:ext cx="911674" cy="91167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2442B6-5D06-4E91-932A-CA803E85F17B}">
      <dsp:nvSpPr>
        <dsp:cNvPr id="0" name=""/>
        <dsp:cNvSpPr/>
      </dsp:nvSpPr>
      <dsp:spPr>
        <a:xfrm>
          <a:off x="396960" y="2349753"/>
          <a:ext cx="528770" cy="5287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464CD3-9568-40E8-918F-6BD9A703B900}">
      <dsp:nvSpPr>
        <dsp:cNvPr id="0" name=""/>
        <dsp:cNvSpPr/>
      </dsp:nvSpPr>
      <dsp:spPr>
        <a:xfrm>
          <a:off x="1312541" y="2158301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GitHub: stores source code; Jenkins clones main branch every build</a:t>
          </a:r>
        </a:p>
      </dsp:txBody>
      <dsp:txXfrm>
        <a:off x="1312541" y="2158301"/>
        <a:ext cx="2148945" cy="911674"/>
      </dsp:txXfrm>
    </dsp:sp>
    <dsp:sp modelId="{B60501B1-94F1-459D-9218-DF480C2CF20D}">
      <dsp:nvSpPr>
        <dsp:cNvPr id="0" name=""/>
        <dsp:cNvSpPr/>
      </dsp:nvSpPr>
      <dsp:spPr>
        <a:xfrm>
          <a:off x="3835925" y="2158301"/>
          <a:ext cx="911674" cy="91167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298CEC-7CB1-4A48-8947-FCABCB41895C}">
      <dsp:nvSpPr>
        <dsp:cNvPr id="0" name=""/>
        <dsp:cNvSpPr/>
      </dsp:nvSpPr>
      <dsp:spPr>
        <a:xfrm>
          <a:off x="4027376" y="2349753"/>
          <a:ext cx="528770" cy="5287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95824E-A9F9-41BE-9FA2-2A7C52DF9A53}">
      <dsp:nvSpPr>
        <dsp:cNvPr id="0" name=""/>
        <dsp:cNvSpPr/>
      </dsp:nvSpPr>
      <dsp:spPr>
        <a:xfrm>
          <a:off x="4942957" y="2158301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GitHub → Jenkins → Linode agent (build, scan, and deploy on same machine)</a:t>
          </a:r>
        </a:p>
      </dsp:txBody>
      <dsp:txXfrm>
        <a:off x="4942957" y="2158301"/>
        <a:ext cx="2148945" cy="91167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5650E8A-A5A0-BE41-A7FC-95E40098B76C}">
      <dsp:nvSpPr>
        <dsp:cNvPr id="0" name=""/>
        <dsp:cNvSpPr/>
      </dsp:nvSpPr>
      <dsp:spPr>
        <a:xfrm>
          <a:off x="0" y="10399"/>
          <a:ext cx="6666833" cy="63882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1. Checkout (Jenkins + GitHub) — download latest source code</a:t>
          </a:r>
        </a:p>
      </dsp:txBody>
      <dsp:txXfrm>
        <a:off x="31185" y="41584"/>
        <a:ext cx="6604463" cy="576450"/>
      </dsp:txXfrm>
    </dsp:sp>
    <dsp:sp modelId="{129692C7-1223-6B4D-9442-BB4CD1ABF685}">
      <dsp:nvSpPr>
        <dsp:cNvPr id="0" name=""/>
        <dsp:cNvSpPr/>
      </dsp:nvSpPr>
      <dsp:spPr>
        <a:xfrm>
          <a:off x="0" y="695299"/>
          <a:ext cx="6666833" cy="638820"/>
        </a:xfrm>
        <a:prstGeom prst="roundRect">
          <a:avLst/>
        </a:prstGeom>
        <a:gradFill rotWithShape="0">
          <a:gsLst>
            <a:gs pos="0">
              <a:schemeClr val="accent2">
                <a:hueOff val="920516"/>
                <a:satOff val="-2642"/>
                <a:lumOff val="-423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920516"/>
                <a:satOff val="-2642"/>
                <a:lumOff val="-423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920516"/>
                <a:satOff val="-2642"/>
                <a:lumOff val="-423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2. SonarQube — run unit tests; find code smells, bugs, and coverage gaps</a:t>
          </a:r>
        </a:p>
      </dsp:txBody>
      <dsp:txXfrm>
        <a:off x="31185" y="726484"/>
        <a:ext cx="6604463" cy="576450"/>
      </dsp:txXfrm>
    </dsp:sp>
    <dsp:sp modelId="{E43E35F9-1150-CE40-A1A0-4FE0EFC78051}">
      <dsp:nvSpPr>
        <dsp:cNvPr id="0" name=""/>
        <dsp:cNvSpPr/>
      </dsp:nvSpPr>
      <dsp:spPr>
        <a:xfrm>
          <a:off x="0" y="1380199"/>
          <a:ext cx="6666833" cy="638820"/>
        </a:xfrm>
        <a:prstGeom prst="roundRect">
          <a:avLst/>
        </a:prstGeom>
        <a:gradFill rotWithShape="0">
          <a:gsLst>
            <a:gs pos="0">
              <a:schemeClr val="accent2">
                <a:hueOff val="1841032"/>
                <a:satOff val="-5284"/>
                <a:lumOff val="-846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841032"/>
                <a:satOff val="-5284"/>
                <a:lumOff val="-846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841032"/>
                <a:satOff val="-5284"/>
                <a:lumOff val="-846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3. Snyk — scan source code for security vulnerabilities (SAST)</a:t>
          </a:r>
        </a:p>
      </dsp:txBody>
      <dsp:txXfrm>
        <a:off x="31185" y="1411384"/>
        <a:ext cx="6604463" cy="576450"/>
      </dsp:txXfrm>
    </dsp:sp>
    <dsp:sp modelId="{D8346D1B-AE06-184B-9FC9-C8DBD8FFA9E2}">
      <dsp:nvSpPr>
        <dsp:cNvPr id="0" name=""/>
        <dsp:cNvSpPr/>
      </dsp:nvSpPr>
      <dsp:spPr>
        <a:xfrm>
          <a:off x="0" y="2065099"/>
          <a:ext cx="6666833" cy="638820"/>
        </a:xfrm>
        <a:prstGeom prst="roundRect">
          <a:avLst/>
        </a:prstGeom>
        <a:gradFill rotWithShape="0">
          <a:gsLst>
            <a:gs pos="0">
              <a:schemeClr val="accent2">
                <a:hueOff val="2761548"/>
                <a:satOff val="-7926"/>
                <a:lumOff val="-1269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761548"/>
                <a:satOff val="-7926"/>
                <a:lumOff val="-1269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761548"/>
                <a:satOff val="-7926"/>
                <a:lumOff val="-1269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4. OWASP ZAP — attack the running app for web flaws (DAST) — blocks deploy</a:t>
          </a:r>
        </a:p>
      </dsp:txBody>
      <dsp:txXfrm>
        <a:off x="31185" y="2096284"/>
        <a:ext cx="6604463" cy="576450"/>
      </dsp:txXfrm>
    </dsp:sp>
    <dsp:sp modelId="{C03884ED-861B-1245-911A-C7D16A497D43}">
      <dsp:nvSpPr>
        <dsp:cNvPr id="0" name=""/>
        <dsp:cNvSpPr/>
      </dsp:nvSpPr>
      <dsp:spPr>
        <a:xfrm>
          <a:off x="0" y="2750000"/>
          <a:ext cx="6666833" cy="638820"/>
        </a:xfrm>
        <a:prstGeom prst="roundRect">
          <a:avLst/>
        </a:prstGeom>
        <a:gradFill rotWithShape="0">
          <a:gsLst>
            <a:gs pos="0">
              <a:schemeClr val="accent2">
                <a:hueOff val="3682064"/>
                <a:satOff val="-10567"/>
                <a:lumOff val="-1691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682064"/>
                <a:satOff val="-10567"/>
                <a:lumOff val="-1691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682064"/>
                <a:satOff val="-10567"/>
                <a:lumOff val="-1691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5. Trivy — scan the container image for known CVEs</a:t>
          </a:r>
        </a:p>
      </dsp:txBody>
      <dsp:txXfrm>
        <a:off x="31185" y="2781185"/>
        <a:ext cx="6604463" cy="576450"/>
      </dsp:txXfrm>
    </dsp:sp>
    <dsp:sp modelId="{EB57B59E-B8DC-AD4C-B594-293A919E1CD1}">
      <dsp:nvSpPr>
        <dsp:cNvPr id="0" name=""/>
        <dsp:cNvSpPr/>
      </dsp:nvSpPr>
      <dsp:spPr>
        <a:xfrm>
          <a:off x="0" y="3434900"/>
          <a:ext cx="6666833" cy="638820"/>
        </a:xfrm>
        <a:prstGeom prst="roundRect">
          <a:avLst/>
        </a:prstGeom>
        <a:gradFill rotWithShape="0">
          <a:gsLst>
            <a:gs pos="0">
              <a:schemeClr val="accent2">
                <a:hueOff val="4602580"/>
                <a:satOff val="-13209"/>
                <a:lumOff val="-2114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602580"/>
                <a:satOff val="-13209"/>
                <a:lumOff val="-2114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602580"/>
                <a:satOff val="-13209"/>
                <a:lumOff val="-2114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6. Docker Build — package the .NET API into a container image</a:t>
          </a:r>
        </a:p>
      </dsp:txBody>
      <dsp:txXfrm>
        <a:off x="31185" y="3466085"/>
        <a:ext cx="6604463" cy="576450"/>
      </dsp:txXfrm>
    </dsp:sp>
    <dsp:sp modelId="{F0D06756-5E34-4A44-BD45-601DE2DA0E2B}">
      <dsp:nvSpPr>
        <dsp:cNvPr id="0" name=""/>
        <dsp:cNvSpPr/>
      </dsp:nvSpPr>
      <dsp:spPr>
        <a:xfrm>
          <a:off x="0" y="4119800"/>
          <a:ext cx="6666833" cy="638820"/>
        </a:xfrm>
        <a:prstGeom prst="roundRect">
          <a:avLst/>
        </a:prstGeom>
        <a:gradFill rotWithShape="0">
          <a:gsLst>
            <a:gs pos="0">
              <a:schemeClr val="accent2">
                <a:hueOff val="5523096"/>
                <a:satOff val="-15851"/>
                <a:lumOff val="-2537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5523096"/>
                <a:satOff val="-15851"/>
                <a:lumOff val="-2537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5523096"/>
                <a:satOff val="-15851"/>
                <a:lumOff val="-2537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7. Build Frontend — compile React into static files for nginx</a:t>
          </a:r>
        </a:p>
      </dsp:txBody>
      <dsp:txXfrm>
        <a:off x="31185" y="4150985"/>
        <a:ext cx="6604463" cy="576450"/>
      </dsp:txXfrm>
    </dsp:sp>
    <dsp:sp modelId="{757BFEE5-F277-014F-8DCC-1C7054A4BD30}">
      <dsp:nvSpPr>
        <dsp:cNvPr id="0" name=""/>
        <dsp:cNvSpPr/>
      </dsp:nvSpPr>
      <dsp:spPr>
        <a:xfrm>
          <a:off x="0" y="4804700"/>
          <a:ext cx="6666833" cy="638820"/>
        </a:xfrm>
        <a:prstGeom prst="roundRect">
          <a:avLst/>
        </a:prstGeom>
        <a:gradFill rotWithShape="0">
          <a:gsLst>
            <a:gs pos="0">
              <a:schemeClr val="accent2">
                <a:hueOff val="6443612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2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2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8. Deploy — start containers, publish the site, reload nginx</a:t>
          </a:r>
        </a:p>
      </dsp:txBody>
      <dsp:txXfrm>
        <a:off x="31185" y="4835885"/>
        <a:ext cx="6604463" cy="57645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99DAB80-0D52-4D50-956D-D8023C50108F}">
      <dsp:nvSpPr>
        <dsp:cNvPr id="0" name=""/>
        <dsp:cNvSpPr/>
      </dsp:nvSpPr>
      <dsp:spPr>
        <a:xfrm>
          <a:off x="562927" y="788206"/>
          <a:ext cx="1445998" cy="1445998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B7AD38C-1D0A-4435-8B8F-C3F1C836D31A}">
      <dsp:nvSpPr>
        <dsp:cNvPr id="0" name=""/>
        <dsp:cNvSpPr/>
      </dsp:nvSpPr>
      <dsp:spPr>
        <a:xfrm>
          <a:off x="871091" y="1096370"/>
          <a:ext cx="829671" cy="82967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B53A06-3F20-40C2-A579-750C62EACDBB}">
      <dsp:nvSpPr>
        <dsp:cNvPr id="0" name=""/>
        <dsp:cNvSpPr/>
      </dsp:nvSpPr>
      <dsp:spPr>
        <a:xfrm>
          <a:off x="100682" y="2684598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Docker: turns the .NET API into a portable image (jobtracker-api:latest)</a:t>
          </a:r>
        </a:p>
      </dsp:txBody>
      <dsp:txXfrm>
        <a:off x="100682" y="2684598"/>
        <a:ext cx="2370489" cy="720000"/>
      </dsp:txXfrm>
    </dsp:sp>
    <dsp:sp modelId="{CBB2966D-9859-42D3-A5AE-461D737AAC01}">
      <dsp:nvSpPr>
        <dsp:cNvPr id="0" name=""/>
        <dsp:cNvSpPr/>
      </dsp:nvSpPr>
      <dsp:spPr>
        <a:xfrm>
          <a:off x="3348252" y="788206"/>
          <a:ext cx="1445998" cy="1445998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5E0B38-F40D-4240-BE02-94A0AA694B50}">
      <dsp:nvSpPr>
        <dsp:cNvPr id="0" name=""/>
        <dsp:cNvSpPr/>
      </dsp:nvSpPr>
      <dsp:spPr>
        <a:xfrm>
          <a:off x="3656416" y="1096370"/>
          <a:ext cx="829671" cy="82967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82EFA1-26D6-4C99-AC18-74A207555122}">
      <dsp:nvSpPr>
        <dsp:cNvPr id="0" name=""/>
        <dsp:cNvSpPr/>
      </dsp:nvSpPr>
      <dsp:spPr>
        <a:xfrm>
          <a:off x="2886007" y="2684598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Image runs as a non-root user — reduces risk if the container is compromised</a:t>
          </a:r>
        </a:p>
      </dsp:txBody>
      <dsp:txXfrm>
        <a:off x="2886007" y="2684598"/>
        <a:ext cx="2370489" cy="720000"/>
      </dsp:txXfrm>
    </dsp:sp>
    <dsp:sp modelId="{13D4773D-8545-45B4-949E-1F15E7A9FE66}">
      <dsp:nvSpPr>
        <dsp:cNvPr id="0" name=""/>
        <dsp:cNvSpPr/>
      </dsp:nvSpPr>
      <dsp:spPr>
        <a:xfrm>
          <a:off x="6133577" y="788206"/>
          <a:ext cx="1445998" cy="1445998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B8058E2-6AF7-4BBC-AA10-22C7DC49221E}">
      <dsp:nvSpPr>
        <dsp:cNvPr id="0" name=""/>
        <dsp:cNvSpPr/>
      </dsp:nvSpPr>
      <dsp:spPr>
        <a:xfrm>
          <a:off x="6441741" y="1096370"/>
          <a:ext cx="829671" cy="82967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4981AF-0CF4-4281-B5AB-89D5B30B2587}">
      <dsp:nvSpPr>
        <dsp:cNvPr id="0" name=""/>
        <dsp:cNvSpPr/>
      </dsp:nvSpPr>
      <dsp:spPr>
        <a:xfrm>
          <a:off x="5671332" y="2684598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Vite: compiles React + TypeScript into static HTML/JS/CSS in frontend/dist/</a:t>
          </a:r>
        </a:p>
      </dsp:txBody>
      <dsp:txXfrm>
        <a:off x="5671332" y="2684598"/>
        <a:ext cx="2370489" cy="720000"/>
      </dsp:txXfrm>
    </dsp:sp>
    <dsp:sp modelId="{92D040CA-C8C8-4738-B4D6-79BB09EF309C}">
      <dsp:nvSpPr>
        <dsp:cNvPr id="0" name=""/>
        <dsp:cNvSpPr/>
      </dsp:nvSpPr>
      <dsp:spPr>
        <a:xfrm>
          <a:off x="8918902" y="788206"/>
          <a:ext cx="1445998" cy="1445998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2A6741-CC9C-4D8C-B4B9-0B5D31055232}">
      <dsp:nvSpPr>
        <dsp:cNvPr id="0" name=""/>
        <dsp:cNvSpPr/>
      </dsp:nvSpPr>
      <dsp:spPr>
        <a:xfrm>
          <a:off x="9227066" y="1096370"/>
          <a:ext cx="829671" cy="82967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4D50DC-9F60-43FE-800D-91D5A3B14233}">
      <dsp:nvSpPr>
        <dsp:cNvPr id="0" name=""/>
        <dsp:cNvSpPr/>
      </dsp:nvSpPr>
      <dsp:spPr>
        <a:xfrm>
          <a:off x="8456657" y="2684598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Docker Compose: starts API + PostgreSQL together with persistent database storage</a:t>
          </a:r>
        </a:p>
      </dsp:txBody>
      <dsp:txXfrm>
        <a:off x="8456657" y="2684598"/>
        <a:ext cx="2370489" cy="720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93BF09-D917-9246-9A65-E70957D57F2D}">
      <dsp:nvSpPr>
        <dsp:cNvPr id="0" name=""/>
        <dsp:cNvSpPr/>
      </dsp:nvSpPr>
      <dsp:spPr>
        <a:xfrm>
          <a:off x="3496905" y="1842"/>
          <a:ext cx="3934018" cy="80559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deploy.sh: our script that publishes a new version to the Linode server</a:t>
          </a:r>
        </a:p>
      </dsp:txBody>
      <dsp:txXfrm>
        <a:off x="3536231" y="41168"/>
        <a:ext cx="3855366" cy="726947"/>
      </dsp:txXfrm>
    </dsp:sp>
    <dsp:sp modelId="{A84E2959-48D2-7248-89E0-31175513FB19}">
      <dsp:nvSpPr>
        <dsp:cNvPr id="0" name=""/>
        <dsp:cNvSpPr/>
      </dsp:nvSpPr>
      <dsp:spPr>
        <a:xfrm>
          <a:off x="3496905" y="847722"/>
          <a:ext cx="3934018" cy="80559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Starts API and PostgreSQL containers; waits until database and API are healthy</a:t>
          </a:r>
        </a:p>
      </dsp:txBody>
      <dsp:txXfrm>
        <a:off x="3536231" y="887048"/>
        <a:ext cx="3855366" cy="726947"/>
      </dsp:txXfrm>
    </dsp:sp>
    <dsp:sp modelId="{E4DB3705-2962-C647-AB3D-67BB6B2A0022}">
      <dsp:nvSpPr>
        <dsp:cNvPr id="0" name=""/>
        <dsp:cNvSpPr/>
      </dsp:nvSpPr>
      <dsp:spPr>
        <a:xfrm>
          <a:off x="3496905" y="1693602"/>
          <a:ext cx="3934018" cy="805599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Copies the React build to /var/www/jobtracker for nginx to serve</a:t>
          </a:r>
        </a:p>
      </dsp:txBody>
      <dsp:txXfrm>
        <a:off x="3536231" y="1732928"/>
        <a:ext cx="3855366" cy="726947"/>
      </dsp:txXfrm>
    </dsp:sp>
    <dsp:sp modelId="{3EE58E92-DDE1-564F-A229-332E1FA05444}">
      <dsp:nvSpPr>
        <dsp:cNvPr id="0" name=""/>
        <dsp:cNvSpPr/>
      </dsp:nvSpPr>
      <dsp:spPr>
        <a:xfrm>
          <a:off x="3496905" y="2539482"/>
          <a:ext cx="3934018" cy="80559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nginx: reverse proxy — serves the website and forwards /api to the API container</a:t>
          </a:r>
        </a:p>
      </dsp:txBody>
      <dsp:txXfrm>
        <a:off x="3536231" y="2578808"/>
        <a:ext cx="3855366" cy="726947"/>
      </dsp:txXfrm>
    </dsp:sp>
    <dsp:sp modelId="{15C89EA8-E3C9-CD45-B27C-B857C2D70FF5}">
      <dsp:nvSpPr>
        <dsp:cNvPr id="0" name=""/>
        <dsp:cNvSpPr/>
      </dsp:nvSpPr>
      <dsp:spPr>
        <a:xfrm>
          <a:off x="3496905" y="3385362"/>
          <a:ext cx="3934018" cy="805599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Database volume is never deleted — user data survives redeploys</a:t>
          </a:r>
        </a:p>
      </dsp:txBody>
      <dsp:txXfrm>
        <a:off x="3536231" y="3424688"/>
        <a:ext cx="3855366" cy="726947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48EBD7-9E3D-4301-90B3-3932E515C7D3}">
      <dsp:nvSpPr>
        <dsp:cNvPr id="0" name=""/>
        <dsp:cNvSpPr/>
      </dsp:nvSpPr>
      <dsp:spPr>
        <a:xfrm>
          <a:off x="562927" y="788206"/>
          <a:ext cx="1445998" cy="144599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C8E792-E30D-4F54-8E2E-431FE32AEFE9}">
      <dsp:nvSpPr>
        <dsp:cNvPr id="0" name=""/>
        <dsp:cNvSpPr/>
      </dsp:nvSpPr>
      <dsp:spPr>
        <a:xfrm>
          <a:off x="871091" y="1096370"/>
          <a:ext cx="829671" cy="82967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707493-3E36-4E81-83C3-D38D78532E55}">
      <dsp:nvSpPr>
        <dsp:cNvPr id="0" name=""/>
        <dsp:cNvSpPr/>
      </dsp:nvSpPr>
      <dsp:spPr>
        <a:xfrm>
          <a:off x="100682" y="2684598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Jenkins stores integration passwords: GitHub access, Snyk API token, SonarQube token</a:t>
          </a:r>
        </a:p>
      </dsp:txBody>
      <dsp:txXfrm>
        <a:off x="100682" y="2684598"/>
        <a:ext cx="2370489" cy="720000"/>
      </dsp:txXfrm>
    </dsp:sp>
    <dsp:sp modelId="{004121FC-4C60-417F-9CAB-8ACCFFA62464}">
      <dsp:nvSpPr>
        <dsp:cNvPr id="0" name=""/>
        <dsp:cNvSpPr/>
      </dsp:nvSpPr>
      <dsp:spPr>
        <a:xfrm>
          <a:off x="3348252" y="788206"/>
          <a:ext cx="1445998" cy="1445998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8A1559-CEB2-4859-89D6-860146612920}">
      <dsp:nvSpPr>
        <dsp:cNvPr id="0" name=""/>
        <dsp:cNvSpPr/>
      </dsp:nvSpPr>
      <dsp:spPr>
        <a:xfrm>
          <a:off x="3656416" y="1096370"/>
          <a:ext cx="829671" cy="82967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FF0D29-692A-4886-A752-8350C17A0ECA}">
      <dsp:nvSpPr>
        <dsp:cNvPr id="0" name=""/>
        <dsp:cNvSpPr/>
      </dsp:nvSpPr>
      <dsp:spPr>
        <a:xfrm>
          <a:off x="2886007" y="2684598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Server .env file stores app secrets: database password, JWT key, OpenAI key</a:t>
          </a:r>
        </a:p>
      </dsp:txBody>
      <dsp:txXfrm>
        <a:off x="2886007" y="2684598"/>
        <a:ext cx="2370489" cy="720000"/>
      </dsp:txXfrm>
    </dsp:sp>
    <dsp:sp modelId="{35325A1E-6E36-41C7-A9B7-F11B4A6331FF}">
      <dsp:nvSpPr>
        <dsp:cNvPr id="0" name=""/>
        <dsp:cNvSpPr/>
      </dsp:nvSpPr>
      <dsp:spPr>
        <a:xfrm>
          <a:off x="6133577" y="788206"/>
          <a:ext cx="1445998" cy="144599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F35C54-38D2-454C-AB11-F6F81B269B15}">
      <dsp:nvSpPr>
        <dsp:cNvPr id="0" name=""/>
        <dsp:cNvSpPr/>
      </dsp:nvSpPr>
      <dsp:spPr>
        <a:xfrm>
          <a:off x="6441741" y="1096370"/>
          <a:ext cx="829671" cy="82967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68C6FE-F841-435E-B95E-78921D1BE0A8}">
      <dsp:nvSpPr>
        <dsp:cNvPr id="0" name=""/>
        <dsp:cNvSpPr/>
      </dsp:nvSpPr>
      <dsp:spPr>
        <a:xfrm>
          <a:off x="5671332" y="2684598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Secrets are never committed to git — only .env.example templates in the repo</a:t>
          </a:r>
        </a:p>
      </dsp:txBody>
      <dsp:txXfrm>
        <a:off x="5671332" y="2684598"/>
        <a:ext cx="2370489" cy="720000"/>
      </dsp:txXfrm>
    </dsp:sp>
    <dsp:sp modelId="{750F6F33-4AC7-458B-ACB1-B24A1296020A}">
      <dsp:nvSpPr>
        <dsp:cNvPr id="0" name=""/>
        <dsp:cNvSpPr/>
      </dsp:nvSpPr>
      <dsp:spPr>
        <a:xfrm>
          <a:off x="8918902" y="788206"/>
          <a:ext cx="1445998" cy="144599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7C461B1-3430-41DA-948E-83D6AB05B4F4}">
      <dsp:nvSpPr>
        <dsp:cNvPr id="0" name=""/>
        <dsp:cNvSpPr/>
      </dsp:nvSpPr>
      <dsp:spPr>
        <a:xfrm>
          <a:off x="9227066" y="1096370"/>
          <a:ext cx="829671" cy="82967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544F2C-1D0F-4041-982C-605631AF2709}">
      <dsp:nvSpPr>
        <dsp:cNvPr id="0" name=""/>
        <dsp:cNvSpPr/>
      </dsp:nvSpPr>
      <dsp:spPr>
        <a:xfrm>
          <a:off x="8456657" y="2684598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Single environment today: every pipeline run targets main and deploys to production</a:t>
          </a:r>
        </a:p>
      </dsp:txBody>
      <dsp:txXfrm>
        <a:off x="8456657" y="2684598"/>
        <a:ext cx="2370489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3433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with the problem: job seekers juggle many applications across spreadsheets or notes, with little feedback on whether a resume fits a role. AI Job Tracker centralizes applications, stores resumes, and uses OpenAI to analyze fit. This deck covers what we built and how we ship it safely with a Jenkins CI/CD pipeline on Linode.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the user journey: sign up, add applications, upload a resume, link it to an application, run AI analysis. Demo: seed with ./scripts/seed-demo-data.sh, then demo@jobtracker.app / Demo123!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Conventional SPA plus REST API. Resume text via PdfPig and OpenXml.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nginx serves Vite build and reverse-proxies /api/ to API on localhost:5001. API and Postgres under Docker Compose with named volume backend_pgdata.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Swagger in Development only. Bridges to CI/CD: pipeline runs SAST, DAST, and container scans because we handle credentials and user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Full pipeline ownership for capstone: provision server, Jenkins agent, checkout through deploy on one machine. Trade-off: less PR-level CI in exchange for realistic small-team production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Provision VM → bootstrap → register Jenkins agent (labels: jobtracker, docker, dotnet). Agent needs Docker for images, ZAP compose, and Trivy.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Spine of the presentation. Walk through each stage left to right. Say which are third-party vs our scripts. Post-deploy: docker image prune -f.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JobTracker.Tests: UsersTests, ResumeTextExtractorTests. Tests run inside Sonar stage, not a separate Jenkins stage. Sonar via docker-compose.sonar.yml.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layers: source (Snyk), running app (ZAP), container (Trivy). ZAP uses separate compose project to avoid prod DB. ZAP may use ephemeral .env if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SDK publish stage, aspnet runtime, non-root appuser. Duplicate build is a simplification to refactor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Schema via EnsureCreated at API startup. Compose retry without volume deletion. Continuous delivery from Jenkins to live URL on same host.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Jenkins holds tokens; Linode holds .env. Pipeline always targets main. Future: PR checks, staging environment.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116C6-DA09-7758-1E54-D4AE8F08EC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D6CCDE-EA2B-45E6-AB61-5677793EBA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75EBDD-E025-8C4D-F880-700CCB2D4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721EC-4C3F-1B47-B00D-F4B3744AB2EA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5DA39E-A80B-52E7-1D8E-AD6B5D1B0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BD35-AD40-1319-2CFA-8E8E0E8A7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92FBC-23E3-8B4C-AAA4-1A18133C8B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61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1303F-BC25-9D40-F786-7A5941413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F2350-924F-C3A5-63A9-073634896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D1006C-39C8-9434-95FA-46D1D0406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721EC-4C3F-1B47-B00D-F4B3744AB2EA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3ABA67-4444-0B6B-E89C-E0CD58BBF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95504D-49A9-8665-7D40-E35708E7A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92FBC-23E3-8B4C-AAA4-1A18133C8B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716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57B92-C462-3822-558A-82C7C569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2AF002-8786-DA57-6B32-EC1607B6E8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EA295B-7FD8-7806-73A1-CCF4B1E27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721EC-4C3F-1B47-B00D-F4B3744AB2EA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914290-E48B-37C8-B9A8-064F2089A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B3D5A8-E7B7-6A12-9A19-3EA7445D5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92FBC-23E3-8B4C-AAA4-1A18133C8B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515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C66F1-FDEB-2D7D-5451-ACA29CFD8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ED90E-200D-54FE-29F0-1AC3687495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8E358A-E15F-8D3A-8843-5576DDA11A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6641C7-E1CB-133D-FD4B-0F8284B08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721EC-4C3F-1B47-B00D-F4B3744AB2EA}" type="datetimeFigureOut">
              <a:rPr lang="en-US" smtClean="0"/>
              <a:t>5/21/26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2F5C89-FAE8-7FEA-3083-340F1346B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F508D8-CDC9-44C1-507C-3DB6FC1A0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92FBC-23E3-8B4C-AAA4-1A18133C8B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281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79C88-0AB4-B692-F6CF-D0569D695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D610A5-20CA-6B87-C93A-FDCABD1E75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1F5085-BD6D-04E9-0672-EDDA8EF222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AADF67-93C4-A277-5D42-59320C2EE7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F0EBD5-B85D-5474-463E-AFECBFBD27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C619CF-D2D1-2473-CB35-AA3BCC136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721EC-4C3F-1B47-B00D-F4B3744AB2EA}" type="datetimeFigureOut">
              <a:rPr lang="en-US" smtClean="0"/>
              <a:t>5/21/26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071E5A-B28A-D7C1-446F-92583CB03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6B658-BED8-46D6-563A-3714BA8AE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92FBC-23E3-8B4C-AAA4-1A18133C8B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191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A0C8B-6379-3B6E-F50D-865F6129E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425020-0C75-EE41-E4FA-6523E579D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721EC-4C3F-1B47-B00D-F4B3744AB2EA}" type="datetimeFigureOut">
              <a:rPr lang="en-US" smtClean="0"/>
              <a:t>5/21/26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C11B3E-EFB4-5607-26F0-D7B4DC66E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5D0157-71D3-AD72-A82C-E066B1F89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92FBC-23E3-8B4C-AAA4-1A18133C8B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984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338450-E00C-AF1B-F286-FF662AB11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721EC-4C3F-1B47-B00D-F4B3744AB2EA}" type="datetimeFigureOut">
              <a:rPr lang="en-US" smtClean="0"/>
              <a:t>5/21/26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A9C934-5B62-3055-4B37-9C49BC3C0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89333-959F-F8C6-C510-9A28C3814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92FBC-23E3-8B4C-AAA4-1A18133C8B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323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7F61B-4171-289E-669D-81D9AAA0E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2127C-4389-81DA-F24F-8DB6220DA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7014DE-7947-6CF7-D63C-BF504DDA0A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4BBB71-8194-2C8D-7CFE-6D636FE72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721EC-4C3F-1B47-B00D-F4B3744AB2EA}" type="datetimeFigureOut">
              <a:rPr lang="en-US" smtClean="0"/>
              <a:t>5/21/26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38B3A4-F797-6EF0-ABA8-8383DEC20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2A4D76-6266-ED17-EAF7-E309DECF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92FBC-23E3-8B4C-AAA4-1A18133C8B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987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D52EA-BC9B-CB56-63C7-8AE1EEC71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799EE0-F409-0CB0-0E68-FF6FD9BF7B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286189-D991-6501-00E2-E61A175B1A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30D52D-1EC1-12F2-F4B0-36BD949EA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721EC-4C3F-1B47-B00D-F4B3744AB2EA}" type="datetimeFigureOut">
              <a:rPr lang="en-US" smtClean="0"/>
              <a:t>5/21/26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04A886-F31B-BA91-3D92-BD4967229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9FAE31-E440-5E40-4006-76B1DE64C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92FBC-23E3-8B4C-AAA4-1A18133C8B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525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F51E-8190-A78B-16D8-E84B0DD58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98937F-CD60-538E-AF88-EB95579C7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31E32-314C-DD77-DCEE-A740AA96C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721EC-4C3F-1B47-B00D-F4B3744AB2EA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F3294-11F7-B568-DF2B-BBEB2CEB0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A95AC-6251-C3CC-3061-EAAD44B36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92FBC-23E3-8B4C-AAA4-1A18133C8B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409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07804E-5CD0-DA1A-C598-2ACB9EF7EF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407BBB-49A7-25A6-DD34-432D212D0B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F6EBC-7D90-86EF-B510-3CA40563B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721EC-4C3F-1B47-B00D-F4B3744AB2EA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A7B75-CFAC-F714-6049-0CB11733C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413C7E-D948-74D9-608A-0450FD2BF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92FBC-23E3-8B4C-AAA4-1A18133C8B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87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26DB62-CDA8-E933-A1E6-95AC10F8B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682434-ACC7-9F8A-650F-A790EE7851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E90B3A-5BBD-46A2-C2DE-6CC93C6208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D721EC-4C3F-1B47-B00D-F4B3744AB2EA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4959CC-06F6-F96C-1A3D-B2839A0FA4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869CD-2776-DB59-E9B3-CF9D913D8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C92FBC-23E3-8B4C-AAA4-1A18133C8B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502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en-US" sz="4800">
                <a:solidFill>
                  <a:srgbClr val="FFFFFF"/>
                </a:solidFill>
              </a:rPr>
              <a:t>AI Job Tracker — Capstone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59943" y="5171093"/>
            <a:ext cx="9078628" cy="86062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Dunwoody Web Programming · CI/CD Focus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What It Does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32CA805-F4E6-B6CF-7C13-C5DCCDB5AA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5570888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394" y="1070800"/>
            <a:ext cx="3939688" cy="5583126"/>
          </a:xfrm>
        </p:spPr>
        <p:txBody>
          <a:bodyPr>
            <a:normAutofit/>
          </a:bodyPr>
          <a:lstStyle/>
          <a:p>
            <a:pPr algn="r"/>
            <a:r>
              <a:rPr lang="en-US" sz="8000"/>
              <a:t>Tech Stack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8053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9485A6B-0F70-46AE-6C6A-E4FCE0C86E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9116974"/>
              </p:ext>
            </p:extLst>
          </p:nvPr>
        </p:nvGraphicFramePr>
        <p:xfrm>
          <a:off x="5108535" y="1070800"/>
          <a:ext cx="6245265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Architecture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634AB79-2E49-AE4A-13C0-1A30CBE51E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6831889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Security &amp; API Design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148C7A6-C98D-3745-AC94-AF9B693186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3706015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CI/CD Philosophy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D5909A8-617E-4691-4130-DB30914B4D1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152398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Infrastructure &amp; Jenkins Agent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3BC46BFB-92E7-F518-E746-880019E65D2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6724585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Pipeline Overview — 8 Stages</a:t>
            </a: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25B0B840-436A-3BE4-3D6D-B857B44DC9E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01269392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SonarQube — Code Quality &amp;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2000"/>
              <a:t>SonarQube (self-hosted, open source): code quality and maintainability dashboard</a:t>
            </a:r>
          </a:p>
          <a:p>
            <a:r>
              <a:rPr lang="en-US" sz="2000"/>
              <a:t>Detects code smells, bugs, duplicated code, and overly complex methods</a:t>
            </a:r>
          </a:p>
          <a:p>
            <a:r>
              <a:rPr lang="en-US" sz="2000"/>
              <a:t>Runs our automated API tests (xUnit) — login, users, resume parsing, etc.</a:t>
            </a:r>
          </a:p>
          <a:p>
            <a:r>
              <a:rPr lang="en-US" sz="2000"/>
              <a:t>Measures test coverage — highlights code with no tests</a:t>
            </a:r>
          </a:p>
          <a:p>
            <a:r>
              <a:rPr lang="en-US" sz="2000"/>
              <a:t>Soft-fail today: pipeline continues even if the quality gate fails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Security Scanning — Three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2000"/>
              <a:t>Snyk (third-party SaaS): scans C# source before deploy — SQL injection patterns, hardcoded secrets, unsafe APIs</a:t>
            </a:r>
          </a:p>
          <a:p>
            <a:r>
              <a:rPr lang="en-US" sz="2000"/>
              <a:t>OWASP ZAP (open source): crawls the API and UI like a hacker — XSS, misconfigurations, exposed endpoints</a:t>
            </a:r>
          </a:p>
          <a:p>
            <a:r>
              <a:rPr lang="en-US" sz="2000"/>
              <a:t>Trivy (open source): scans the Docker image for known CVEs in packages and the OS — HIGH/CRITICAL only</a:t>
            </a:r>
          </a:p>
          <a:p>
            <a:r>
              <a:rPr lang="en-US" sz="2000"/>
              <a:t>Defense in depth: source code → running application → container image</a:t>
            </a:r>
          </a:p>
          <a:p>
            <a:r>
              <a:rPr lang="en-US" sz="2000"/>
              <a:t>Only ZAP, Docker build, frontend build, and deploy can stop a release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Build Artifacts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E5ABBDB-D074-8836-6E96-C3AE723941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2093537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Deploy Stage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BD43492-BBEA-FC0C-C71E-9160ED6F20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90720331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Secrets &amp; Environments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47F1DAD-7854-7B82-8387-1BEA351EAD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61052429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1214</Words>
  <Application>Microsoft Macintosh PowerPoint</Application>
  <PresentationFormat>Widescreen</PresentationFormat>
  <Paragraphs>85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AI Job Tracker — Capstone</vt:lpstr>
      <vt:lpstr>What It Does</vt:lpstr>
      <vt:lpstr>Tech Stack</vt:lpstr>
      <vt:lpstr>Architecture</vt:lpstr>
      <vt:lpstr>Security &amp; API Design</vt:lpstr>
      <vt:lpstr>CI/CD Philosophy</vt:lpstr>
      <vt:lpstr>Infrastructure &amp; Jenkins Agent</vt:lpstr>
      <vt:lpstr>Pipeline Overview — 8 Stages</vt:lpstr>
      <vt:lpstr>SonarQube — Code Quality &amp; Tests</vt:lpstr>
      <vt:lpstr>Security Scanning — Three Tools</vt:lpstr>
      <vt:lpstr>Build Artifacts</vt:lpstr>
      <vt:lpstr>Deploy Stage</vt:lpstr>
      <vt:lpstr>Secrets &amp; Environments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Jacobsen, James</dc:creator>
  <cp:lastModifiedBy>Jacobsen, James</cp:lastModifiedBy>
  <cp:revision>2</cp:revision>
  <dcterms:created xsi:type="dcterms:W3CDTF">2026-05-21T10:06:41Z</dcterms:created>
  <dcterms:modified xsi:type="dcterms:W3CDTF">2026-05-21T10:26:46Z</dcterms:modified>
</cp:coreProperties>
</file>