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problem: job seekers juggle many applications across spreadsheets or notes, with little feedback on whether a resume fits a role. AI Job Tracker centralizes applications, stores resumes, and uses OpenAI to analyze fit. This deck covers what we built and how we ship it safely with a Jenkins CI/CD pipeline on Linode.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user journey: sign up, add applications, upload a resume, link it to an application, run AI analysis. Demo: seed with ./scripts/seed-demo-data.sh, then demo@jobtracker.app / Demo123!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Conventional SPA plus REST API. Resume text via PdfPig and OpenXml. Be transparent about Redis and JobTracker.Worker not being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nginx serves Vite build and reverse-proxies /api/ to API on localhost:5001. API and Postgres under Docker Compose with named volume backend_pgdata.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Swagger in Development only. Bridges to CI/CD: pipeline runs SAST, DAST, and container scans because we handle credentials and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pipeline ownership for capstone: provision server, Jenkins agent, checkout through deploy on one machine. Trade-off: less PR-level CI in exchange for realistic small-team production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Provision VM → bootstrap → register Jenkins agent (labels: jobtracker, docker, dotnet). Agent needs Docker for images, ZAP compose, and Trivy.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of the presentation. Walk through each stage left to right. Say which are third-party vs our scripts. Post-deploy: docker image prune -f.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JobTracker.Tests: UsersTests, ResumeTextExtractorTests. Tests run inside Sonar stage, not a separate Jenkins stage. Sonar via docker-compose.sonar.yml.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layers: source (Snyk), running app (ZAP), container (Trivy). ZAP uses separate compose project to avoid prod DB. ZAP may use ephemeral .env if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SDK publish stage, aspnet runtime, non-root appuser. Duplicate build is a simplification to refactor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via EnsureCreated at API startup. Compose retry without volume deletion. Continuous delivery from Jenkins to live URL on same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put real secrets on slides. Jenkins holds tokens; Linode holds .env. Pipeline always targets main. Future: PR checks, staging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honesty on gaps. Highlight learning: provisioning, pipeline-as-code, security tooling, production deploy. Optional: show AI analysis in UI.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A365D"/>
                </a:solidFill>
              </a:rPr>
              <a:t>AI Job Tracker —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Dunwoody Web Programming · CI/CD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Register and login with JWT authentication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CRUD job applications with status workflow</a:t>
            </a:r>
          </a:p>
          <a:p>
            <a:pPr lvl="1">
              <a:defRPr sz="1800"/>
            </a:pPr>
            <a:r>
              <a:rPr sz="1800" b="0">
                <a:solidFill>
                  <a:srgbClr val="333333"/>
                </a:solidFill>
              </a:rPr>
              <a:t>  Draft → Applied → Interviewing → Offer → Rejected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Upload resumes (PDF, DOCX, plain text)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AI analysis: summary, strengths, weaknesses, suggestions, match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Frontend: React 19, TypeScript, Vite 7, React Router, Bootstrap 5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Backend: ASP.NET Core 8, EF Core 8, JWT, BCrypt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Database: PostgreSQL 15 (Docker)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AI: OpenAI Chat Completions (gpt-4.1-mini)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Ops: Docker, Docker Compose, nginx, Linode Ubuntu 24.04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Note: Redis listed in README but not implemented; Worker project is a stub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Browser → nginx → React static (/var/www/jobtracker)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nginx /api/ proxy → Dockerized .NET API → PostgreSQL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API → OpenAI; resume files on container disk (/app/uploads)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Backend layers: API → Core → Infrastructure</a:t>
            </a:r>
          </a:p>
          <a:p>
            <a:pPr/>
            <a:r>
              <a:rPr sz="1400" b="0">
                <a:solidFill>
                  <a:srgbClr val="2E6B9E"/>
                </a:solidFill>
              </a:rPr>
              <a:t>Browser → nginx → React static</a:t>
            </a:r>
            <a:br/>
            <a:r>
              <a:rPr sz="1400" b="0">
                <a:solidFill>
                  <a:srgbClr val="2E6B9E"/>
                </a:solidFill>
              </a:rPr>
              <a:t>              └→ /api/ → .NET API (Docker) → PostgreSQL</a:t>
            </a:r>
            <a:br/>
            <a:r>
              <a:rPr sz="1400" b="0">
                <a:solidFill>
                  <a:srgbClr val="2E6B9E"/>
                </a:solidFill>
              </a:rPr>
              <a:t>                                    └→ OpenAI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Security &amp; 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BCrypt password hashing; JWT Bearer on protected routes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User-scoped data via /me endpoints and authorization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DTOs, pagination, search, and sort on list endpoints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Secrets in backend/.env — not committed to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CI/CD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Jenkins (CI/CD server): runs our build pipeline automatically on each trigger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Not using GitHub Actions — we own the full pipeline on a Linode server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Pipeline defined in backend/Jenkinsfile — version-controlled like app code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Every successful run deploys to production — quality and security checks run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Infrastructure &amp; Jenkins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Linode: cloud Linux server — hosts the live app and Jenkins build agent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Jenkins agent: worker that runs pipeline steps (needs Docker installed)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One-time setup scripts install Docker, .NET 8, Node 20, and nginx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GitHub: stores source code; Jenkins clones main branch every build</a:t>
            </a:r>
          </a:p>
          <a:p>
            <a:pPr/>
            <a:r>
              <a:rPr sz="1400" b="0">
                <a:solidFill>
                  <a:srgbClr val="2E6B9E"/>
                </a:solidFill>
              </a:rPr>
              <a:t>GitHub → Jenkins → Linode agent (build, scan, and deploy on same machine)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Pipeline Overview — 8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1. Checkout (Jenkins + GitHub) — download latest source code</a:t>
            </a:r>
          </a:p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2. SonarQube — run unit tests; find code smells, bugs, and coverage gaps</a:t>
            </a:r>
          </a:p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3. Snyk — scan source code for security vulnerabilities (SAST)</a:t>
            </a:r>
          </a:p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4. OWASP ZAP — attack the running app for web flaws (DAST) — blocks deploy</a:t>
            </a:r>
          </a:p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5. Docker Build — package the .NET API into a container image</a:t>
            </a:r>
          </a:p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6. Trivy — scan the container image for known CVEs</a:t>
            </a:r>
          </a:p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7. Build Frontend — compile React into static files for nginx</a:t>
            </a:r>
          </a:p>
          <a:p>
            <a:pPr>
              <a:defRPr sz="1600"/>
            </a:pPr>
            <a:r>
              <a:rPr sz="1600" b="0">
                <a:solidFill>
                  <a:srgbClr val="333333"/>
                </a:solidFill>
              </a:rPr>
              <a:t>8. Deploy — start containers, publish the site, reload nginx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SonarQube — Code Quality &amp;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SonarQube (self-hosted, open source): code quality and maintainability dashboard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Detects code smells, bugs, duplicated code, and overly complex methods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Runs our automated API tests (xUnit) — login, users, resume parsing, etc.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Measures test coverage — highlights code with no tests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Soft-fail today: pipeline continues even if the quality gate fails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Security Scanning — Three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Snyk (third-party SaaS): scans C# source before deploy — SQL injection patterns, hardcoded secrets, unsafe APIs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OWASP ZAP (open source): crawls our live API and UI like a hacker — XSS, misconfigurations, exposed endpoints — blocks deploy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Trivy (open source): scans the Docker image for known CVEs in packages and the OS — HIGH/CRITICAL only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Defense in depth: source code → running application → container image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Only ZAP, Docker build, frontend build, and deploy can stop a release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Build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Docker: turns the .NET API into a portable image (jobtracker-api:latest)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Image runs as a non-root user — reduces risk if the container is compromised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Vite: compiles React + TypeScript into static HTML/JS/CSS in frontend/dist/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Docker Compose: starts API + PostgreSQL together with persistent database storage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Note: image is built twice today (in Jenkins and again at deploy) — room to optimize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Deploy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deploy.sh: our script that publishes a new version to the Linode server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Starts API and PostgreSQL containers; waits until database and API are healthy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Copies the React build to /var/www/jobtracker for nginx to serve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nginx: reverse proxy — serves the website and forwards /api to the API container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Database volume is never deleted — user data survives redeploys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Secrets &amp;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Jenkins stores integration passwords: GitHub access, Snyk API token, SonarQube token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Server .env file stores app secrets: database password, JWT key, OpenAI key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Secrets are never committed to git — only .env.example templates in the repo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Single environment today: every pipeline run targets main and deploys to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365D"/>
                </a:solidFill>
              </a:rPr>
              <a:t>Lessons, Gaps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What we learned: run quality, security, and deploy as one automated pipeline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Gaps: no frontend lint or tests in CI; no end-to-end browser tests; some scanners are soft-fail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Future: GitHub Actions for pull requests; staging environment; stricter quality gates</a:t>
            </a:r>
          </a:p>
          <a:p>
            <a:pPr>
              <a:defRPr sz="1800"/>
            </a:pPr>
            <a:r>
              <a:rPr sz="1800" b="0">
                <a:solidFill>
                  <a:srgbClr val="333333"/>
                </a:solidFill>
              </a:rPr>
              <a:t>Live demo: demo@jobtracker.app / Demo123!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